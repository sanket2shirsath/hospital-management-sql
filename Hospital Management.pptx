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2"/>
  </p:sldMasterIdLst>
  <p:sldIdLst>
    <p:sldId id="256" r:id="rId3"/>
    <p:sldId id="257" r:id="rId4"/>
    <p:sldId id="267" r:id="rId5"/>
    <p:sldId id="302" r:id="rId6"/>
    <p:sldId id="268" r:id="rId7"/>
    <p:sldId id="269" r:id="rId8"/>
    <p:sldId id="271" r:id="rId9"/>
    <p:sldId id="272" r:id="rId10"/>
    <p:sldId id="273" r:id="rId11"/>
    <p:sldId id="274" r:id="rId12"/>
    <p:sldId id="275" r:id="rId13"/>
    <p:sldId id="282" r:id="rId14"/>
    <p:sldId id="270" r:id="rId15"/>
    <p:sldId id="276" r:id="rId16"/>
    <p:sldId id="277" r:id="rId17"/>
    <p:sldId id="278" r:id="rId18"/>
    <p:sldId id="279" r:id="rId19"/>
    <p:sldId id="280" r:id="rId20"/>
    <p:sldId id="281" r:id="rId21"/>
    <p:sldId id="301" r:id="rId22"/>
    <p:sldId id="283" r:id="rId23"/>
    <p:sldId id="284" r:id="rId24"/>
    <p:sldId id="285" r:id="rId25"/>
    <p:sldId id="286" r:id="rId26"/>
    <p:sldId id="287" r:id="rId27"/>
    <p:sldId id="288" r:id="rId28"/>
    <p:sldId id="289" r:id="rId29"/>
    <p:sldId id="290" r:id="rId30"/>
    <p:sldId id="291" r:id="rId31"/>
    <p:sldId id="292" r:id="rId32"/>
    <p:sldId id="303" r:id="rId33"/>
    <p:sldId id="293" r:id="rId34"/>
    <p:sldId id="294" r:id="rId35"/>
    <p:sldId id="295" r:id="rId36"/>
    <p:sldId id="296" r:id="rId37"/>
    <p:sldId id="297" r:id="rId38"/>
    <p:sldId id="298" r:id="rId39"/>
    <p:sldId id="299" r:id="rId40"/>
    <p:sldId id="300" r:id="rId41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792" y="-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presProps" Target="pres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20" Type="http://schemas.openxmlformats.org/officeDocument/2006/relationships/slide" Target="slides/slide18.xml"/><Relationship Id="rId41" Type="http://schemas.openxmlformats.org/officeDocument/2006/relationships/slide" Target="slides/slide3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714600" y="1218600"/>
            <a:ext cx="4393440" cy="2081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3" name="Google Shape;11;p2"/>
          <p:cNvGrpSpPr/>
          <p:nvPr/>
        </p:nvGrpSpPr>
        <p:grpSpPr>
          <a:xfrm>
            <a:off x="237240" y="227160"/>
            <a:ext cx="951480" cy="319320"/>
            <a:chOff x="237240" y="227160"/>
            <a:chExt cx="951480" cy="319320"/>
          </a:xfrm>
        </p:grpSpPr>
        <p:sp>
          <p:nvSpPr>
            <p:cNvPr id="4" name="Google Shape;12;p2"/>
            <p:cNvSpPr/>
            <p:nvPr/>
          </p:nvSpPr>
          <p:spPr>
            <a:xfrm>
              <a:off x="237240" y="227160"/>
              <a:ext cx="86760" cy="86760"/>
            </a:xfrm>
            <a:custGeom>
              <a:avLst/>
              <a:gdLst>
                <a:gd name="textAreaLeft" fmla="*/ 0 w 86760"/>
                <a:gd name="textAreaRight" fmla="*/ 87120 w 86760"/>
                <a:gd name="textAreaTop" fmla="*/ 0 h 86760"/>
                <a:gd name="textAreaBottom" fmla="*/ 87120 h 86760"/>
              </a:gdLst>
              <a:ahLst/>
              <a:cxnLst/>
              <a:rect l="textAreaLeft" t="textAreaTop" r="textAreaRight" b="textAreaBottom"/>
              <a:pathLst>
                <a:path w="82518" h="82518">
                  <a:moveTo>
                    <a:pt x="83609" y="41608"/>
                  </a:moveTo>
                  <a:cubicBezTo>
                    <a:pt x="83609" y="64398"/>
                    <a:pt x="65136" y="82871"/>
                    <a:pt x="42353" y="82871"/>
                  </a:cubicBezTo>
                  <a:cubicBezTo>
                    <a:pt x="19556" y="82871"/>
                    <a:pt x="1090" y="64398"/>
                    <a:pt x="1090" y="41608"/>
                  </a:cubicBezTo>
                  <a:cubicBezTo>
                    <a:pt x="1090" y="18824"/>
                    <a:pt x="19556" y="352"/>
                    <a:pt x="42353" y="352"/>
                  </a:cubicBezTo>
                  <a:cubicBezTo>
                    <a:pt x="65136" y="352"/>
                    <a:pt x="83609" y="18824"/>
                    <a:pt x="83609" y="41608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8400" tIns="34200" rIns="68400" bIns="34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" name="Google Shape;13;p2"/>
            <p:cNvSpPr/>
            <p:nvPr/>
          </p:nvSpPr>
          <p:spPr>
            <a:xfrm>
              <a:off x="462240" y="459720"/>
              <a:ext cx="86760" cy="86760"/>
            </a:xfrm>
            <a:custGeom>
              <a:avLst/>
              <a:gdLst>
                <a:gd name="textAreaLeft" fmla="*/ 0 w 86760"/>
                <a:gd name="textAreaRight" fmla="*/ 87120 w 86760"/>
                <a:gd name="textAreaTop" fmla="*/ 0 h 86760"/>
                <a:gd name="textAreaBottom" fmla="*/ 87120 h 86760"/>
              </a:gdLst>
              <a:ahLst/>
              <a:cxnLst/>
              <a:rect l="textAreaLeft" t="textAreaTop" r="textAreaRight" b="textAreaBottom"/>
              <a:pathLst>
                <a:path w="82518" h="82518">
                  <a:moveTo>
                    <a:pt x="83609" y="41724"/>
                  </a:moveTo>
                  <a:cubicBezTo>
                    <a:pt x="83609" y="64514"/>
                    <a:pt x="65136" y="82980"/>
                    <a:pt x="42353" y="82980"/>
                  </a:cubicBezTo>
                  <a:cubicBezTo>
                    <a:pt x="19556" y="82980"/>
                    <a:pt x="1090" y="64514"/>
                    <a:pt x="1090" y="41724"/>
                  </a:cubicBezTo>
                  <a:cubicBezTo>
                    <a:pt x="1090" y="18934"/>
                    <a:pt x="19556" y="462"/>
                    <a:pt x="42353" y="462"/>
                  </a:cubicBezTo>
                  <a:cubicBezTo>
                    <a:pt x="65136" y="462"/>
                    <a:pt x="83609" y="18934"/>
                    <a:pt x="83609" y="41724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8400" tIns="34200" rIns="68400" bIns="34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" name="Google Shape;14;p2"/>
            <p:cNvSpPr/>
            <p:nvPr/>
          </p:nvSpPr>
          <p:spPr>
            <a:xfrm>
              <a:off x="455400" y="227160"/>
              <a:ext cx="86760" cy="86760"/>
            </a:xfrm>
            <a:custGeom>
              <a:avLst/>
              <a:gdLst>
                <a:gd name="textAreaLeft" fmla="*/ 0 w 86760"/>
                <a:gd name="textAreaRight" fmla="*/ 87120 w 86760"/>
                <a:gd name="textAreaTop" fmla="*/ 0 h 86760"/>
                <a:gd name="textAreaBottom" fmla="*/ 87120 h 86760"/>
              </a:gdLst>
              <a:ahLst/>
              <a:cxnLst/>
              <a:rect l="textAreaLeft" t="textAreaTop" r="textAreaRight" b="textAreaBottom"/>
              <a:pathLst>
                <a:path w="82518" h="82518">
                  <a:moveTo>
                    <a:pt x="83711" y="41608"/>
                  </a:moveTo>
                  <a:cubicBezTo>
                    <a:pt x="83711" y="64398"/>
                    <a:pt x="65233" y="82871"/>
                    <a:pt x="42449" y="82871"/>
                  </a:cubicBezTo>
                  <a:cubicBezTo>
                    <a:pt x="19665" y="82871"/>
                    <a:pt x="1193" y="64398"/>
                    <a:pt x="1193" y="41608"/>
                  </a:cubicBezTo>
                  <a:cubicBezTo>
                    <a:pt x="1193" y="18824"/>
                    <a:pt x="19665" y="352"/>
                    <a:pt x="42449" y="352"/>
                  </a:cubicBezTo>
                  <a:cubicBezTo>
                    <a:pt x="65233" y="352"/>
                    <a:pt x="83711" y="18824"/>
                    <a:pt x="83711" y="41608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8400" tIns="34200" rIns="68400" bIns="34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" name="Google Shape;15;p2"/>
            <p:cNvSpPr/>
            <p:nvPr/>
          </p:nvSpPr>
          <p:spPr>
            <a:xfrm>
              <a:off x="680400" y="459720"/>
              <a:ext cx="86760" cy="86760"/>
            </a:xfrm>
            <a:custGeom>
              <a:avLst/>
              <a:gdLst>
                <a:gd name="textAreaLeft" fmla="*/ 0 w 86760"/>
                <a:gd name="textAreaRight" fmla="*/ 87120 w 86760"/>
                <a:gd name="textAreaTop" fmla="*/ 0 h 86760"/>
                <a:gd name="textAreaBottom" fmla="*/ 87120 h 86760"/>
              </a:gdLst>
              <a:ahLst/>
              <a:cxnLst/>
              <a:rect l="textAreaLeft" t="textAreaTop" r="textAreaRight" b="textAreaBottom"/>
              <a:pathLst>
                <a:path w="82518" h="82518">
                  <a:moveTo>
                    <a:pt x="83711" y="41724"/>
                  </a:moveTo>
                  <a:cubicBezTo>
                    <a:pt x="83711" y="64514"/>
                    <a:pt x="65233" y="82980"/>
                    <a:pt x="42449" y="82980"/>
                  </a:cubicBezTo>
                  <a:cubicBezTo>
                    <a:pt x="19665" y="82980"/>
                    <a:pt x="1193" y="64514"/>
                    <a:pt x="1193" y="41724"/>
                  </a:cubicBezTo>
                  <a:cubicBezTo>
                    <a:pt x="1193" y="18934"/>
                    <a:pt x="19665" y="462"/>
                    <a:pt x="42449" y="462"/>
                  </a:cubicBezTo>
                  <a:cubicBezTo>
                    <a:pt x="65233" y="462"/>
                    <a:pt x="83711" y="18934"/>
                    <a:pt x="83711" y="41724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8400" tIns="34200" rIns="68400" bIns="34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" name="Google Shape;16;p2"/>
            <p:cNvSpPr/>
            <p:nvPr/>
          </p:nvSpPr>
          <p:spPr>
            <a:xfrm>
              <a:off x="658800" y="227160"/>
              <a:ext cx="86760" cy="86760"/>
            </a:xfrm>
            <a:custGeom>
              <a:avLst/>
              <a:gdLst>
                <a:gd name="textAreaLeft" fmla="*/ 0 w 86760"/>
                <a:gd name="textAreaRight" fmla="*/ 87120 w 86760"/>
                <a:gd name="textAreaTop" fmla="*/ 0 h 86760"/>
                <a:gd name="textAreaBottom" fmla="*/ 87120 h 86760"/>
              </a:gdLst>
              <a:ahLst/>
              <a:cxnLst/>
              <a:rect l="textAreaLeft" t="textAreaTop" r="textAreaRight" b="textAreaBottom"/>
              <a:pathLst>
                <a:path w="82518" h="82518">
                  <a:moveTo>
                    <a:pt x="83807" y="41608"/>
                  </a:moveTo>
                  <a:cubicBezTo>
                    <a:pt x="83807" y="64398"/>
                    <a:pt x="65342" y="82871"/>
                    <a:pt x="42551" y="82871"/>
                  </a:cubicBezTo>
                  <a:cubicBezTo>
                    <a:pt x="19761" y="82871"/>
                    <a:pt x="1289" y="64398"/>
                    <a:pt x="1289" y="41608"/>
                  </a:cubicBezTo>
                  <a:cubicBezTo>
                    <a:pt x="1289" y="18824"/>
                    <a:pt x="19761" y="352"/>
                    <a:pt x="42551" y="352"/>
                  </a:cubicBezTo>
                  <a:cubicBezTo>
                    <a:pt x="65342" y="352"/>
                    <a:pt x="83807" y="18824"/>
                    <a:pt x="83807" y="41608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8400" tIns="34200" rIns="68400" bIns="34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" name="Google Shape;17;p2"/>
            <p:cNvSpPr/>
            <p:nvPr/>
          </p:nvSpPr>
          <p:spPr>
            <a:xfrm>
              <a:off x="883800" y="459720"/>
              <a:ext cx="86760" cy="86760"/>
            </a:xfrm>
            <a:custGeom>
              <a:avLst/>
              <a:gdLst>
                <a:gd name="textAreaLeft" fmla="*/ 0 w 86760"/>
                <a:gd name="textAreaRight" fmla="*/ 87120 w 86760"/>
                <a:gd name="textAreaTop" fmla="*/ 0 h 86760"/>
                <a:gd name="textAreaBottom" fmla="*/ 87120 h 86760"/>
              </a:gdLst>
              <a:ahLst/>
              <a:cxnLst/>
              <a:rect l="textAreaLeft" t="textAreaTop" r="textAreaRight" b="textAreaBottom"/>
              <a:pathLst>
                <a:path w="82518" h="82518">
                  <a:moveTo>
                    <a:pt x="83807" y="41724"/>
                  </a:moveTo>
                  <a:cubicBezTo>
                    <a:pt x="83807" y="64514"/>
                    <a:pt x="65342" y="82980"/>
                    <a:pt x="42551" y="82980"/>
                  </a:cubicBezTo>
                  <a:cubicBezTo>
                    <a:pt x="19761" y="82980"/>
                    <a:pt x="1289" y="64514"/>
                    <a:pt x="1289" y="41724"/>
                  </a:cubicBezTo>
                  <a:cubicBezTo>
                    <a:pt x="1289" y="18934"/>
                    <a:pt x="19761" y="462"/>
                    <a:pt x="42551" y="462"/>
                  </a:cubicBezTo>
                  <a:cubicBezTo>
                    <a:pt x="65342" y="462"/>
                    <a:pt x="83807" y="18934"/>
                    <a:pt x="83807" y="41724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8400" tIns="34200" rIns="68400" bIns="34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" name="Google Shape;18;p2"/>
            <p:cNvSpPr/>
            <p:nvPr/>
          </p:nvSpPr>
          <p:spPr>
            <a:xfrm>
              <a:off x="876960" y="227160"/>
              <a:ext cx="86760" cy="86760"/>
            </a:xfrm>
            <a:custGeom>
              <a:avLst/>
              <a:gdLst>
                <a:gd name="textAreaLeft" fmla="*/ 0 w 86760"/>
                <a:gd name="textAreaRight" fmla="*/ 87120 w 86760"/>
                <a:gd name="textAreaTop" fmla="*/ 0 h 86760"/>
                <a:gd name="textAreaBottom" fmla="*/ 87120 h 86760"/>
              </a:gdLst>
              <a:ahLst/>
              <a:cxnLst/>
              <a:rect l="textAreaLeft" t="textAreaTop" r="textAreaRight" b="textAreaBottom"/>
              <a:pathLst>
                <a:path w="82524" h="82518">
                  <a:moveTo>
                    <a:pt x="83917" y="41608"/>
                  </a:moveTo>
                  <a:cubicBezTo>
                    <a:pt x="83917" y="64398"/>
                    <a:pt x="65438" y="82871"/>
                    <a:pt x="42654" y="82871"/>
                  </a:cubicBezTo>
                  <a:cubicBezTo>
                    <a:pt x="19870" y="82871"/>
                    <a:pt x="1392" y="64398"/>
                    <a:pt x="1392" y="41608"/>
                  </a:cubicBezTo>
                  <a:cubicBezTo>
                    <a:pt x="1392" y="18824"/>
                    <a:pt x="19870" y="352"/>
                    <a:pt x="42654" y="352"/>
                  </a:cubicBezTo>
                  <a:cubicBezTo>
                    <a:pt x="65438" y="352"/>
                    <a:pt x="83917" y="18824"/>
                    <a:pt x="83917" y="41608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8400" tIns="34200" rIns="68400" bIns="34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" name="Google Shape;19;p2"/>
            <p:cNvSpPr/>
            <p:nvPr/>
          </p:nvSpPr>
          <p:spPr>
            <a:xfrm>
              <a:off x="1101960" y="459720"/>
              <a:ext cx="86760" cy="86760"/>
            </a:xfrm>
            <a:custGeom>
              <a:avLst/>
              <a:gdLst>
                <a:gd name="textAreaLeft" fmla="*/ 0 w 86760"/>
                <a:gd name="textAreaRight" fmla="*/ 87120 w 86760"/>
                <a:gd name="textAreaTop" fmla="*/ 0 h 86760"/>
                <a:gd name="textAreaBottom" fmla="*/ 87120 h 86760"/>
              </a:gdLst>
              <a:ahLst/>
              <a:cxnLst/>
              <a:rect l="textAreaLeft" t="textAreaTop" r="textAreaRight" b="textAreaBottom"/>
              <a:pathLst>
                <a:path w="82524" h="82518">
                  <a:moveTo>
                    <a:pt x="83917" y="41724"/>
                  </a:moveTo>
                  <a:cubicBezTo>
                    <a:pt x="83917" y="64514"/>
                    <a:pt x="65438" y="82980"/>
                    <a:pt x="42654" y="82980"/>
                  </a:cubicBezTo>
                  <a:cubicBezTo>
                    <a:pt x="19870" y="82980"/>
                    <a:pt x="1392" y="64514"/>
                    <a:pt x="1392" y="41724"/>
                  </a:cubicBezTo>
                  <a:cubicBezTo>
                    <a:pt x="1392" y="18934"/>
                    <a:pt x="19870" y="462"/>
                    <a:pt x="42654" y="462"/>
                  </a:cubicBezTo>
                  <a:cubicBezTo>
                    <a:pt x="65438" y="462"/>
                    <a:pt x="83917" y="18934"/>
                    <a:pt x="83917" y="41724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8400" tIns="34200" rIns="68400" bIns="34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ircle/>
      </p:transition>
    </mc:Choice>
    <mc:Fallback>
      <p:transition spd="slow">
        <p:circl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2347920" y="838440"/>
            <a:ext cx="4447800" cy="1058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4" name="Google Shape;410;p24"/>
          <p:cNvSpPr/>
          <p:nvPr/>
        </p:nvSpPr>
        <p:spPr>
          <a:xfrm>
            <a:off x="2099160" y="3611880"/>
            <a:ext cx="4945320" cy="555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algn="ctr" defTabSz="914400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en" sz="1000" b="1" u="none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CREDITS: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 This presentation template was created by </a:t>
            </a:r>
            <a:r>
              <a:rPr lang="en" sz="1000" b="1" u="sng" strike="noStrike">
                <a:solidFill>
                  <a:schemeClr val="hlink"/>
                </a:solidFill>
                <a:effectLst/>
                <a:uFillTx/>
                <a:latin typeface="Open Sans"/>
                <a:ea typeface="Open Sans"/>
                <a:hlinkClick r:id="rId2"/>
              </a:rPr>
              <a:t>Slidesgo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, and includes icons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  <a:hlinkClick r:id="rId3"/>
              </a:rPr>
              <a:t>Flaticon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, and infographics &amp; images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  <a:hlinkClick r:id="rId4"/>
              </a:rPr>
              <a:t>Freepik</a:t>
            </a:r>
            <a:r>
              <a:rPr lang="en" sz="1000" b="0" u="sng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5" name="Google Shape;411;p24"/>
          <p:cNvGrpSpPr/>
          <p:nvPr/>
        </p:nvGrpSpPr>
        <p:grpSpPr>
          <a:xfrm>
            <a:off x="-839880" y="-2017800"/>
            <a:ext cx="9804960" cy="9783360"/>
            <a:chOff x="-839880" y="-2017800"/>
            <a:chExt cx="9804960" cy="9783360"/>
          </a:xfrm>
        </p:grpSpPr>
        <p:sp>
          <p:nvSpPr>
            <p:cNvPr id="16" name="Google Shape;412;p24"/>
            <p:cNvSpPr/>
            <p:nvPr/>
          </p:nvSpPr>
          <p:spPr>
            <a:xfrm>
              <a:off x="-839880" y="4215960"/>
              <a:ext cx="3554640" cy="3549600"/>
            </a:xfrm>
            <a:custGeom>
              <a:avLst/>
              <a:gdLst>
                <a:gd name="textAreaLeft" fmla="*/ 0 w 3554640"/>
                <a:gd name="textAreaRight" fmla="*/ 3555000 w 3554640"/>
                <a:gd name="textAreaTop" fmla="*/ 0 h 3549600"/>
                <a:gd name="textAreaBottom" fmla="*/ 3549960 h 3549600"/>
              </a:gdLst>
              <a:ahLst/>
              <a:cxnLst/>
              <a:rect l="textAreaLeft" t="textAreaTop" r="textAreaRight" b="textAreaBottom"/>
              <a:pathLst>
                <a:path w="82518" h="82518">
                  <a:moveTo>
                    <a:pt x="83711" y="41608"/>
                  </a:moveTo>
                  <a:cubicBezTo>
                    <a:pt x="83711" y="64398"/>
                    <a:pt x="65233" y="82871"/>
                    <a:pt x="42449" y="82871"/>
                  </a:cubicBezTo>
                  <a:cubicBezTo>
                    <a:pt x="19665" y="82871"/>
                    <a:pt x="1193" y="64398"/>
                    <a:pt x="1193" y="41608"/>
                  </a:cubicBezTo>
                  <a:cubicBezTo>
                    <a:pt x="1193" y="18824"/>
                    <a:pt x="19665" y="352"/>
                    <a:pt x="42449" y="352"/>
                  </a:cubicBezTo>
                  <a:cubicBezTo>
                    <a:pt x="65233" y="352"/>
                    <a:pt x="83711" y="18824"/>
                    <a:pt x="83711" y="4160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8400" tIns="34200" rIns="68400" bIns="34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" name="Google Shape;413;p24"/>
            <p:cNvSpPr/>
            <p:nvPr/>
          </p:nvSpPr>
          <p:spPr>
            <a:xfrm>
              <a:off x="6419880" y="-2017800"/>
              <a:ext cx="2545200" cy="2541600"/>
            </a:xfrm>
            <a:custGeom>
              <a:avLst/>
              <a:gdLst>
                <a:gd name="textAreaLeft" fmla="*/ 0 w 2545200"/>
                <a:gd name="textAreaRight" fmla="*/ 2545560 w 2545200"/>
                <a:gd name="textAreaTop" fmla="*/ 0 h 2541600"/>
                <a:gd name="textAreaBottom" fmla="*/ 2541960 h 2541600"/>
              </a:gdLst>
              <a:ahLst/>
              <a:cxnLst/>
              <a:rect l="textAreaLeft" t="textAreaTop" r="textAreaRight" b="textAreaBottom"/>
              <a:pathLst>
                <a:path w="82518" h="82518">
                  <a:moveTo>
                    <a:pt x="83711" y="41608"/>
                  </a:moveTo>
                  <a:cubicBezTo>
                    <a:pt x="83711" y="64398"/>
                    <a:pt x="65233" y="82871"/>
                    <a:pt x="42449" y="82871"/>
                  </a:cubicBezTo>
                  <a:cubicBezTo>
                    <a:pt x="19665" y="82871"/>
                    <a:pt x="1193" y="64398"/>
                    <a:pt x="1193" y="41608"/>
                  </a:cubicBezTo>
                  <a:cubicBezTo>
                    <a:pt x="1193" y="18824"/>
                    <a:pt x="19665" y="352"/>
                    <a:pt x="42449" y="352"/>
                  </a:cubicBezTo>
                  <a:cubicBezTo>
                    <a:pt x="65233" y="352"/>
                    <a:pt x="83711" y="18824"/>
                    <a:pt x="83711" y="4160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8400" tIns="34200" rIns="68400" bIns="34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8" name="Google Shape;414;p24"/>
          <p:cNvGrpSpPr/>
          <p:nvPr/>
        </p:nvGrpSpPr>
        <p:grpSpPr>
          <a:xfrm>
            <a:off x="318960" y="3804840"/>
            <a:ext cx="489960" cy="799200"/>
            <a:chOff x="318960" y="3804840"/>
            <a:chExt cx="489960" cy="799200"/>
          </a:xfrm>
        </p:grpSpPr>
        <p:sp>
          <p:nvSpPr>
            <p:cNvPr id="19" name="Google Shape;415;p24"/>
            <p:cNvSpPr/>
            <p:nvPr/>
          </p:nvSpPr>
          <p:spPr>
            <a:xfrm rot="16200000">
              <a:off x="735120" y="453024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cxnLst/>
              <a:rect l="textAreaLeft" t="textAreaTop" r="textAreaRight" b="textAreaBottom"/>
              <a:pathLst>
                <a:path w="82518" h="82518">
                  <a:moveTo>
                    <a:pt x="83609" y="41724"/>
                  </a:moveTo>
                  <a:cubicBezTo>
                    <a:pt x="83609" y="64514"/>
                    <a:pt x="65136" y="82980"/>
                    <a:pt x="42353" y="82980"/>
                  </a:cubicBezTo>
                  <a:cubicBezTo>
                    <a:pt x="19556" y="82980"/>
                    <a:pt x="1090" y="64514"/>
                    <a:pt x="1090" y="41724"/>
                  </a:cubicBezTo>
                  <a:cubicBezTo>
                    <a:pt x="1090" y="18934"/>
                    <a:pt x="19556" y="462"/>
                    <a:pt x="42353" y="462"/>
                  </a:cubicBezTo>
                  <a:cubicBezTo>
                    <a:pt x="65136" y="462"/>
                    <a:pt x="83609" y="18934"/>
                    <a:pt x="83609" y="41724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8400" tIns="34200" rIns="68400" bIns="34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" name="Google Shape;416;p24"/>
            <p:cNvSpPr/>
            <p:nvPr/>
          </p:nvSpPr>
          <p:spPr>
            <a:xfrm rot="16200000">
              <a:off x="735120" y="434880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cxnLst/>
              <a:rect l="textAreaLeft" t="textAreaTop" r="textAreaRight" b="textAreaBottom"/>
              <a:pathLst>
                <a:path w="82518" h="82518">
                  <a:moveTo>
                    <a:pt x="83711" y="41724"/>
                  </a:moveTo>
                  <a:cubicBezTo>
                    <a:pt x="83711" y="64514"/>
                    <a:pt x="65233" y="82980"/>
                    <a:pt x="42449" y="82980"/>
                  </a:cubicBezTo>
                  <a:cubicBezTo>
                    <a:pt x="19665" y="82980"/>
                    <a:pt x="1193" y="64514"/>
                    <a:pt x="1193" y="41724"/>
                  </a:cubicBezTo>
                  <a:cubicBezTo>
                    <a:pt x="1193" y="18934"/>
                    <a:pt x="19665" y="462"/>
                    <a:pt x="42449" y="462"/>
                  </a:cubicBezTo>
                  <a:cubicBezTo>
                    <a:pt x="65233" y="462"/>
                    <a:pt x="83711" y="18934"/>
                    <a:pt x="83711" y="41724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8400" tIns="34200" rIns="68400" bIns="34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" name="Google Shape;417;p24"/>
            <p:cNvSpPr/>
            <p:nvPr/>
          </p:nvSpPr>
          <p:spPr>
            <a:xfrm rot="16200000">
              <a:off x="735120" y="416772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cxnLst/>
              <a:rect l="textAreaLeft" t="textAreaTop" r="textAreaRight" b="textAreaBottom"/>
              <a:pathLst>
                <a:path w="82518" h="82518">
                  <a:moveTo>
                    <a:pt x="83807" y="41724"/>
                  </a:moveTo>
                  <a:cubicBezTo>
                    <a:pt x="83807" y="64514"/>
                    <a:pt x="65342" y="82980"/>
                    <a:pt x="42551" y="82980"/>
                  </a:cubicBezTo>
                  <a:cubicBezTo>
                    <a:pt x="19761" y="82980"/>
                    <a:pt x="1289" y="64514"/>
                    <a:pt x="1289" y="41724"/>
                  </a:cubicBezTo>
                  <a:cubicBezTo>
                    <a:pt x="1289" y="18934"/>
                    <a:pt x="19761" y="462"/>
                    <a:pt x="42551" y="462"/>
                  </a:cubicBezTo>
                  <a:cubicBezTo>
                    <a:pt x="65342" y="462"/>
                    <a:pt x="83807" y="18934"/>
                    <a:pt x="83807" y="41724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8400" tIns="34200" rIns="68400" bIns="34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" name="Google Shape;418;p24"/>
            <p:cNvSpPr/>
            <p:nvPr/>
          </p:nvSpPr>
          <p:spPr>
            <a:xfrm rot="16200000">
              <a:off x="735120" y="398628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cxnLst/>
              <a:rect l="textAreaLeft" t="textAreaTop" r="textAreaRight" b="textAreaBottom"/>
              <a:pathLst>
                <a:path w="82524" h="82518">
                  <a:moveTo>
                    <a:pt x="83917" y="41724"/>
                  </a:moveTo>
                  <a:cubicBezTo>
                    <a:pt x="83917" y="64514"/>
                    <a:pt x="65438" y="82980"/>
                    <a:pt x="42654" y="82980"/>
                  </a:cubicBezTo>
                  <a:cubicBezTo>
                    <a:pt x="19870" y="82980"/>
                    <a:pt x="1392" y="64514"/>
                    <a:pt x="1392" y="41724"/>
                  </a:cubicBezTo>
                  <a:cubicBezTo>
                    <a:pt x="1392" y="18934"/>
                    <a:pt x="19870" y="462"/>
                    <a:pt x="42654" y="462"/>
                  </a:cubicBezTo>
                  <a:cubicBezTo>
                    <a:pt x="65438" y="462"/>
                    <a:pt x="83917" y="18934"/>
                    <a:pt x="83917" y="41724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8400" tIns="34200" rIns="68400" bIns="34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" name="Google Shape;419;p24"/>
            <p:cNvSpPr/>
            <p:nvPr/>
          </p:nvSpPr>
          <p:spPr>
            <a:xfrm rot="16200000">
              <a:off x="592560" y="453024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cxnLst/>
              <a:rect l="textAreaLeft" t="textAreaTop" r="textAreaRight" b="textAreaBottom"/>
              <a:pathLst>
                <a:path w="82518" h="82518">
                  <a:moveTo>
                    <a:pt x="83609" y="41724"/>
                  </a:moveTo>
                  <a:cubicBezTo>
                    <a:pt x="83609" y="64514"/>
                    <a:pt x="65136" y="82980"/>
                    <a:pt x="42353" y="82980"/>
                  </a:cubicBezTo>
                  <a:cubicBezTo>
                    <a:pt x="19556" y="82980"/>
                    <a:pt x="1090" y="64514"/>
                    <a:pt x="1090" y="41724"/>
                  </a:cubicBezTo>
                  <a:cubicBezTo>
                    <a:pt x="1090" y="18934"/>
                    <a:pt x="19556" y="462"/>
                    <a:pt x="42353" y="462"/>
                  </a:cubicBezTo>
                  <a:cubicBezTo>
                    <a:pt x="65136" y="462"/>
                    <a:pt x="83609" y="18934"/>
                    <a:pt x="83609" y="41724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8400" tIns="34200" rIns="68400" bIns="34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" name="Google Shape;420;p24"/>
            <p:cNvSpPr/>
            <p:nvPr/>
          </p:nvSpPr>
          <p:spPr>
            <a:xfrm rot="16200000">
              <a:off x="592560" y="434880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cxnLst/>
              <a:rect l="textAreaLeft" t="textAreaTop" r="textAreaRight" b="textAreaBottom"/>
              <a:pathLst>
                <a:path w="82518" h="82518">
                  <a:moveTo>
                    <a:pt x="83711" y="41724"/>
                  </a:moveTo>
                  <a:cubicBezTo>
                    <a:pt x="83711" y="64514"/>
                    <a:pt x="65233" y="82980"/>
                    <a:pt x="42449" y="82980"/>
                  </a:cubicBezTo>
                  <a:cubicBezTo>
                    <a:pt x="19665" y="82980"/>
                    <a:pt x="1193" y="64514"/>
                    <a:pt x="1193" y="41724"/>
                  </a:cubicBezTo>
                  <a:cubicBezTo>
                    <a:pt x="1193" y="18934"/>
                    <a:pt x="19665" y="462"/>
                    <a:pt x="42449" y="462"/>
                  </a:cubicBezTo>
                  <a:cubicBezTo>
                    <a:pt x="65233" y="462"/>
                    <a:pt x="83711" y="18934"/>
                    <a:pt x="83711" y="41724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8400" tIns="34200" rIns="68400" bIns="34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" name="Google Shape;421;p24"/>
            <p:cNvSpPr/>
            <p:nvPr/>
          </p:nvSpPr>
          <p:spPr>
            <a:xfrm rot="16200000">
              <a:off x="592560" y="416772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cxnLst/>
              <a:rect l="textAreaLeft" t="textAreaTop" r="textAreaRight" b="textAreaBottom"/>
              <a:pathLst>
                <a:path w="82518" h="82518">
                  <a:moveTo>
                    <a:pt x="83807" y="41724"/>
                  </a:moveTo>
                  <a:cubicBezTo>
                    <a:pt x="83807" y="64514"/>
                    <a:pt x="65342" y="82980"/>
                    <a:pt x="42551" y="82980"/>
                  </a:cubicBezTo>
                  <a:cubicBezTo>
                    <a:pt x="19761" y="82980"/>
                    <a:pt x="1289" y="64514"/>
                    <a:pt x="1289" y="41724"/>
                  </a:cubicBezTo>
                  <a:cubicBezTo>
                    <a:pt x="1289" y="18934"/>
                    <a:pt x="19761" y="462"/>
                    <a:pt x="42551" y="462"/>
                  </a:cubicBezTo>
                  <a:cubicBezTo>
                    <a:pt x="65342" y="462"/>
                    <a:pt x="83807" y="18934"/>
                    <a:pt x="83807" y="41724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8400" tIns="34200" rIns="68400" bIns="34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" name="Google Shape;422;p24"/>
            <p:cNvSpPr/>
            <p:nvPr/>
          </p:nvSpPr>
          <p:spPr>
            <a:xfrm rot="16200000">
              <a:off x="592560" y="398628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cxnLst/>
              <a:rect l="textAreaLeft" t="textAreaTop" r="textAreaRight" b="textAreaBottom"/>
              <a:pathLst>
                <a:path w="82524" h="82518">
                  <a:moveTo>
                    <a:pt x="83917" y="41724"/>
                  </a:moveTo>
                  <a:cubicBezTo>
                    <a:pt x="83917" y="64514"/>
                    <a:pt x="65438" y="82980"/>
                    <a:pt x="42654" y="82980"/>
                  </a:cubicBezTo>
                  <a:cubicBezTo>
                    <a:pt x="19870" y="82980"/>
                    <a:pt x="1392" y="64514"/>
                    <a:pt x="1392" y="41724"/>
                  </a:cubicBezTo>
                  <a:cubicBezTo>
                    <a:pt x="1392" y="18934"/>
                    <a:pt x="19870" y="462"/>
                    <a:pt x="42654" y="462"/>
                  </a:cubicBezTo>
                  <a:cubicBezTo>
                    <a:pt x="65438" y="462"/>
                    <a:pt x="83917" y="18934"/>
                    <a:pt x="83917" y="41724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8400" tIns="34200" rIns="68400" bIns="34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" name="Google Shape;423;p24"/>
            <p:cNvSpPr/>
            <p:nvPr/>
          </p:nvSpPr>
          <p:spPr>
            <a:xfrm rot="16200000">
              <a:off x="461520" y="453024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cxnLst/>
              <a:rect l="textAreaLeft" t="textAreaTop" r="textAreaRight" b="textAreaBottom"/>
              <a:pathLst>
                <a:path w="82518" h="82518">
                  <a:moveTo>
                    <a:pt x="83609" y="41724"/>
                  </a:moveTo>
                  <a:cubicBezTo>
                    <a:pt x="83609" y="64514"/>
                    <a:pt x="65136" y="82980"/>
                    <a:pt x="42353" y="82980"/>
                  </a:cubicBezTo>
                  <a:cubicBezTo>
                    <a:pt x="19556" y="82980"/>
                    <a:pt x="1090" y="64514"/>
                    <a:pt x="1090" y="41724"/>
                  </a:cubicBezTo>
                  <a:cubicBezTo>
                    <a:pt x="1090" y="18934"/>
                    <a:pt x="19556" y="462"/>
                    <a:pt x="42353" y="462"/>
                  </a:cubicBezTo>
                  <a:cubicBezTo>
                    <a:pt x="65136" y="462"/>
                    <a:pt x="83609" y="18934"/>
                    <a:pt x="83609" y="41724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8400" tIns="34200" rIns="68400" bIns="34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" name="Google Shape;424;p24"/>
            <p:cNvSpPr/>
            <p:nvPr/>
          </p:nvSpPr>
          <p:spPr>
            <a:xfrm rot="16200000">
              <a:off x="461520" y="434880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cxnLst/>
              <a:rect l="textAreaLeft" t="textAreaTop" r="textAreaRight" b="textAreaBottom"/>
              <a:pathLst>
                <a:path w="82518" h="82518">
                  <a:moveTo>
                    <a:pt x="83711" y="41724"/>
                  </a:moveTo>
                  <a:cubicBezTo>
                    <a:pt x="83711" y="64514"/>
                    <a:pt x="65233" y="82980"/>
                    <a:pt x="42449" y="82980"/>
                  </a:cubicBezTo>
                  <a:cubicBezTo>
                    <a:pt x="19665" y="82980"/>
                    <a:pt x="1193" y="64514"/>
                    <a:pt x="1193" y="41724"/>
                  </a:cubicBezTo>
                  <a:cubicBezTo>
                    <a:pt x="1193" y="18934"/>
                    <a:pt x="19665" y="462"/>
                    <a:pt x="42449" y="462"/>
                  </a:cubicBezTo>
                  <a:cubicBezTo>
                    <a:pt x="65233" y="462"/>
                    <a:pt x="83711" y="18934"/>
                    <a:pt x="83711" y="41724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8400" tIns="34200" rIns="68400" bIns="34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" name="Google Shape;425;p24"/>
            <p:cNvSpPr/>
            <p:nvPr/>
          </p:nvSpPr>
          <p:spPr>
            <a:xfrm rot="16200000">
              <a:off x="461520" y="416772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cxnLst/>
              <a:rect l="textAreaLeft" t="textAreaTop" r="textAreaRight" b="textAreaBottom"/>
              <a:pathLst>
                <a:path w="82518" h="82518">
                  <a:moveTo>
                    <a:pt x="83807" y="41724"/>
                  </a:moveTo>
                  <a:cubicBezTo>
                    <a:pt x="83807" y="64514"/>
                    <a:pt x="65342" y="82980"/>
                    <a:pt x="42551" y="82980"/>
                  </a:cubicBezTo>
                  <a:cubicBezTo>
                    <a:pt x="19761" y="82980"/>
                    <a:pt x="1289" y="64514"/>
                    <a:pt x="1289" y="41724"/>
                  </a:cubicBezTo>
                  <a:cubicBezTo>
                    <a:pt x="1289" y="18934"/>
                    <a:pt x="19761" y="462"/>
                    <a:pt x="42551" y="462"/>
                  </a:cubicBezTo>
                  <a:cubicBezTo>
                    <a:pt x="65342" y="462"/>
                    <a:pt x="83807" y="18934"/>
                    <a:pt x="83807" y="41724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8400" tIns="34200" rIns="68400" bIns="34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" name="Google Shape;426;p24"/>
            <p:cNvSpPr/>
            <p:nvPr/>
          </p:nvSpPr>
          <p:spPr>
            <a:xfrm rot="16200000">
              <a:off x="461520" y="398628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cxnLst/>
              <a:rect l="textAreaLeft" t="textAreaTop" r="textAreaRight" b="textAreaBottom"/>
              <a:pathLst>
                <a:path w="82524" h="82518">
                  <a:moveTo>
                    <a:pt x="83917" y="41724"/>
                  </a:moveTo>
                  <a:cubicBezTo>
                    <a:pt x="83917" y="64514"/>
                    <a:pt x="65438" y="82980"/>
                    <a:pt x="42654" y="82980"/>
                  </a:cubicBezTo>
                  <a:cubicBezTo>
                    <a:pt x="19870" y="82980"/>
                    <a:pt x="1392" y="64514"/>
                    <a:pt x="1392" y="41724"/>
                  </a:cubicBezTo>
                  <a:cubicBezTo>
                    <a:pt x="1392" y="18934"/>
                    <a:pt x="19870" y="462"/>
                    <a:pt x="42654" y="462"/>
                  </a:cubicBezTo>
                  <a:cubicBezTo>
                    <a:pt x="65438" y="462"/>
                    <a:pt x="83917" y="18934"/>
                    <a:pt x="83917" y="41724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8400" tIns="34200" rIns="68400" bIns="34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" name="Google Shape;427;p24"/>
            <p:cNvSpPr/>
            <p:nvPr/>
          </p:nvSpPr>
          <p:spPr>
            <a:xfrm rot="16200000">
              <a:off x="318960" y="453024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cxnLst/>
              <a:rect l="textAreaLeft" t="textAreaTop" r="textAreaRight" b="textAreaBottom"/>
              <a:pathLst>
                <a:path w="82518" h="82518">
                  <a:moveTo>
                    <a:pt x="83609" y="41724"/>
                  </a:moveTo>
                  <a:cubicBezTo>
                    <a:pt x="83609" y="64514"/>
                    <a:pt x="65136" y="82980"/>
                    <a:pt x="42353" y="82980"/>
                  </a:cubicBezTo>
                  <a:cubicBezTo>
                    <a:pt x="19556" y="82980"/>
                    <a:pt x="1090" y="64514"/>
                    <a:pt x="1090" y="41724"/>
                  </a:cubicBezTo>
                  <a:cubicBezTo>
                    <a:pt x="1090" y="18934"/>
                    <a:pt x="19556" y="462"/>
                    <a:pt x="42353" y="462"/>
                  </a:cubicBezTo>
                  <a:cubicBezTo>
                    <a:pt x="65136" y="462"/>
                    <a:pt x="83609" y="18934"/>
                    <a:pt x="83609" y="41724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8400" tIns="34200" rIns="68400" bIns="34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" name="Google Shape;428;p24"/>
            <p:cNvSpPr/>
            <p:nvPr/>
          </p:nvSpPr>
          <p:spPr>
            <a:xfrm rot="16200000">
              <a:off x="318960" y="434880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cxnLst/>
              <a:rect l="textAreaLeft" t="textAreaTop" r="textAreaRight" b="textAreaBottom"/>
              <a:pathLst>
                <a:path w="82518" h="82518">
                  <a:moveTo>
                    <a:pt x="83711" y="41724"/>
                  </a:moveTo>
                  <a:cubicBezTo>
                    <a:pt x="83711" y="64514"/>
                    <a:pt x="65233" y="82980"/>
                    <a:pt x="42449" y="82980"/>
                  </a:cubicBezTo>
                  <a:cubicBezTo>
                    <a:pt x="19665" y="82980"/>
                    <a:pt x="1193" y="64514"/>
                    <a:pt x="1193" y="41724"/>
                  </a:cubicBezTo>
                  <a:cubicBezTo>
                    <a:pt x="1193" y="18934"/>
                    <a:pt x="19665" y="462"/>
                    <a:pt x="42449" y="462"/>
                  </a:cubicBezTo>
                  <a:cubicBezTo>
                    <a:pt x="65233" y="462"/>
                    <a:pt x="83711" y="18934"/>
                    <a:pt x="83711" y="41724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8400" tIns="34200" rIns="68400" bIns="34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" name="Google Shape;429;p24"/>
            <p:cNvSpPr/>
            <p:nvPr/>
          </p:nvSpPr>
          <p:spPr>
            <a:xfrm rot="16200000">
              <a:off x="318960" y="416772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cxnLst/>
              <a:rect l="textAreaLeft" t="textAreaTop" r="textAreaRight" b="textAreaBottom"/>
              <a:pathLst>
                <a:path w="82518" h="82518">
                  <a:moveTo>
                    <a:pt x="83807" y="41724"/>
                  </a:moveTo>
                  <a:cubicBezTo>
                    <a:pt x="83807" y="64514"/>
                    <a:pt x="65342" y="82980"/>
                    <a:pt x="42551" y="82980"/>
                  </a:cubicBezTo>
                  <a:cubicBezTo>
                    <a:pt x="19761" y="82980"/>
                    <a:pt x="1289" y="64514"/>
                    <a:pt x="1289" y="41724"/>
                  </a:cubicBezTo>
                  <a:cubicBezTo>
                    <a:pt x="1289" y="18934"/>
                    <a:pt x="19761" y="462"/>
                    <a:pt x="42551" y="462"/>
                  </a:cubicBezTo>
                  <a:cubicBezTo>
                    <a:pt x="65342" y="462"/>
                    <a:pt x="83807" y="18934"/>
                    <a:pt x="83807" y="41724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8400" tIns="34200" rIns="68400" bIns="34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" name="Google Shape;430;p24"/>
            <p:cNvSpPr/>
            <p:nvPr/>
          </p:nvSpPr>
          <p:spPr>
            <a:xfrm rot="16200000">
              <a:off x="318960" y="398628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cxnLst/>
              <a:rect l="textAreaLeft" t="textAreaTop" r="textAreaRight" b="textAreaBottom"/>
              <a:pathLst>
                <a:path w="82524" h="82518">
                  <a:moveTo>
                    <a:pt x="83917" y="41724"/>
                  </a:moveTo>
                  <a:cubicBezTo>
                    <a:pt x="83917" y="64514"/>
                    <a:pt x="65438" y="82980"/>
                    <a:pt x="42654" y="82980"/>
                  </a:cubicBezTo>
                  <a:cubicBezTo>
                    <a:pt x="19870" y="82980"/>
                    <a:pt x="1392" y="64514"/>
                    <a:pt x="1392" y="41724"/>
                  </a:cubicBezTo>
                  <a:cubicBezTo>
                    <a:pt x="1392" y="18934"/>
                    <a:pt x="19870" y="462"/>
                    <a:pt x="42654" y="462"/>
                  </a:cubicBezTo>
                  <a:cubicBezTo>
                    <a:pt x="65438" y="462"/>
                    <a:pt x="83917" y="18934"/>
                    <a:pt x="83917" y="41724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8400" tIns="34200" rIns="68400" bIns="34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" name="Google Shape;431;p24"/>
            <p:cNvSpPr/>
            <p:nvPr/>
          </p:nvSpPr>
          <p:spPr>
            <a:xfrm rot="16200000">
              <a:off x="735120" y="380484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cxnLst/>
              <a:rect l="textAreaLeft" t="textAreaTop" r="textAreaRight" b="textAreaBottom"/>
              <a:pathLst>
                <a:path w="82524" h="82518">
                  <a:moveTo>
                    <a:pt x="83917" y="41724"/>
                  </a:moveTo>
                  <a:cubicBezTo>
                    <a:pt x="83917" y="64514"/>
                    <a:pt x="65438" y="82980"/>
                    <a:pt x="42654" y="82980"/>
                  </a:cubicBezTo>
                  <a:cubicBezTo>
                    <a:pt x="19870" y="82980"/>
                    <a:pt x="1392" y="64514"/>
                    <a:pt x="1392" y="41724"/>
                  </a:cubicBezTo>
                  <a:cubicBezTo>
                    <a:pt x="1392" y="18934"/>
                    <a:pt x="19870" y="462"/>
                    <a:pt x="42654" y="462"/>
                  </a:cubicBezTo>
                  <a:cubicBezTo>
                    <a:pt x="65438" y="462"/>
                    <a:pt x="83917" y="18934"/>
                    <a:pt x="83917" y="41724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8400" tIns="34200" rIns="68400" bIns="34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" name="Google Shape;432;p24"/>
            <p:cNvSpPr/>
            <p:nvPr/>
          </p:nvSpPr>
          <p:spPr>
            <a:xfrm rot="16200000">
              <a:off x="592560" y="380484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cxnLst/>
              <a:rect l="textAreaLeft" t="textAreaTop" r="textAreaRight" b="textAreaBottom"/>
              <a:pathLst>
                <a:path w="82524" h="82518">
                  <a:moveTo>
                    <a:pt x="83917" y="41724"/>
                  </a:moveTo>
                  <a:cubicBezTo>
                    <a:pt x="83917" y="64514"/>
                    <a:pt x="65438" y="82980"/>
                    <a:pt x="42654" y="82980"/>
                  </a:cubicBezTo>
                  <a:cubicBezTo>
                    <a:pt x="19870" y="82980"/>
                    <a:pt x="1392" y="64514"/>
                    <a:pt x="1392" y="41724"/>
                  </a:cubicBezTo>
                  <a:cubicBezTo>
                    <a:pt x="1392" y="18934"/>
                    <a:pt x="19870" y="462"/>
                    <a:pt x="42654" y="462"/>
                  </a:cubicBezTo>
                  <a:cubicBezTo>
                    <a:pt x="65438" y="462"/>
                    <a:pt x="83917" y="18934"/>
                    <a:pt x="83917" y="41724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8400" tIns="34200" rIns="68400" bIns="34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" name="Google Shape;433;p24"/>
            <p:cNvSpPr/>
            <p:nvPr/>
          </p:nvSpPr>
          <p:spPr>
            <a:xfrm rot="16200000">
              <a:off x="461520" y="380484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cxnLst/>
              <a:rect l="textAreaLeft" t="textAreaTop" r="textAreaRight" b="textAreaBottom"/>
              <a:pathLst>
                <a:path w="82524" h="82518">
                  <a:moveTo>
                    <a:pt x="83917" y="41724"/>
                  </a:moveTo>
                  <a:cubicBezTo>
                    <a:pt x="83917" y="64514"/>
                    <a:pt x="65438" y="82980"/>
                    <a:pt x="42654" y="82980"/>
                  </a:cubicBezTo>
                  <a:cubicBezTo>
                    <a:pt x="19870" y="82980"/>
                    <a:pt x="1392" y="64514"/>
                    <a:pt x="1392" y="41724"/>
                  </a:cubicBezTo>
                  <a:cubicBezTo>
                    <a:pt x="1392" y="18934"/>
                    <a:pt x="19870" y="462"/>
                    <a:pt x="42654" y="462"/>
                  </a:cubicBezTo>
                  <a:cubicBezTo>
                    <a:pt x="65438" y="462"/>
                    <a:pt x="83917" y="18934"/>
                    <a:pt x="83917" y="41724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8400" tIns="34200" rIns="68400" bIns="34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" name="Google Shape;434;p24"/>
            <p:cNvSpPr/>
            <p:nvPr/>
          </p:nvSpPr>
          <p:spPr>
            <a:xfrm rot="16200000">
              <a:off x="318960" y="380484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cxnLst/>
              <a:rect l="textAreaLeft" t="textAreaTop" r="textAreaRight" b="textAreaBottom"/>
              <a:pathLst>
                <a:path w="82524" h="82518">
                  <a:moveTo>
                    <a:pt x="83917" y="41724"/>
                  </a:moveTo>
                  <a:cubicBezTo>
                    <a:pt x="83917" y="64514"/>
                    <a:pt x="65438" y="82980"/>
                    <a:pt x="42654" y="82980"/>
                  </a:cubicBezTo>
                  <a:cubicBezTo>
                    <a:pt x="19870" y="82980"/>
                    <a:pt x="1392" y="64514"/>
                    <a:pt x="1392" y="41724"/>
                  </a:cubicBezTo>
                  <a:cubicBezTo>
                    <a:pt x="1392" y="18934"/>
                    <a:pt x="19870" y="462"/>
                    <a:pt x="42654" y="462"/>
                  </a:cubicBezTo>
                  <a:cubicBezTo>
                    <a:pt x="65438" y="462"/>
                    <a:pt x="83917" y="18934"/>
                    <a:pt x="83917" y="41724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8400" tIns="34200" rIns="68400" bIns="34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ircle/>
      </p:transition>
    </mc:Choice>
    <mc:Fallback>
      <p:transition spd="slow">
        <p:circl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2347920" y="838440"/>
            <a:ext cx="4447800" cy="1058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ircle/>
      </p:transition>
    </mc:Choice>
    <mc:Fallback>
      <p:transition spd="slow">
        <p:circl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mc:AlternateContent xmlns:mc="http://schemas.openxmlformats.org/markup-compatibility/2006">
    <mc:Choice xmlns:p14="http://schemas.microsoft.com/office/powerpoint/2010/main" Requires="p14">
      <p:transition spd="slow" p14:dur="2500">
        <p:circle/>
      </p:transition>
    </mc:Choice>
    <mc:Fallback>
      <p:transition spd="slow">
        <p:circl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oogle Shape;74;p6"/>
          <p:cNvGrpSpPr/>
          <p:nvPr/>
        </p:nvGrpSpPr>
        <p:grpSpPr>
          <a:xfrm>
            <a:off x="-654840" y="-864720"/>
            <a:ext cx="11187720" cy="11341080"/>
            <a:chOff x="-654840" y="-864720"/>
            <a:chExt cx="11187720" cy="11341080"/>
          </a:xfrm>
        </p:grpSpPr>
        <p:sp>
          <p:nvSpPr>
            <p:cNvPr id="40" name="Google Shape;75;p6"/>
            <p:cNvSpPr/>
            <p:nvPr/>
          </p:nvSpPr>
          <p:spPr>
            <a:xfrm>
              <a:off x="-654840" y="-864720"/>
              <a:ext cx="1492560" cy="1492560"/>
            </a:xfrm>
            <a:custGeom>
              <a:avLst/>
              <a:gdLst>
                <a:gd name="textAreaLeft" fmla="*/ 0 w 1492560"/>
                <a:gd name="textAreaRight" fmla="*/ 1492920 w 1492560"/>
                <a:gd name="textAreaTop" fmla="*/ 0 h 1492560"/>
                <a:gd name="textAreaBottom" fmla="*/ 1492920 h 1492560"/>
              </a:gdLst>
              <a:ahLst/>
              <a:cxnLst/>
              <a:rect l="textAreaLeft" t="textAreaTop" r="textAreaRight" b="textAreaBottom"/>
              <a:pathLst>
                <a:path w="350901" h="350901">
                  <a:moveTo>
                    <a:pt x="350901" y="175451"/>
                  </a:moveTo>
                  <a:cubicBezTo>
                    <a:pt x="350901" y="272349"/>
                    <a:pt x="272349" y="350901"/>
                    <a:pt x="175450" y="350901"/>
                  </a:cubicBezTo>
                  <a:cubicBezTo>
                    <a:pt x="78552" y="350901"/>
                    <a:pt x="0" y="272349"/>
                    <a:pt x="0" y="175451"/>
                  </a:cubicBezTo>
                  <a:cubicBezTo>
                    <a:pt x="0" y="78552"/>
                    <a:pt x="78552" y="0"/>
                    <a:pt x="175450" y="0"/>
                  </a:cubicBezTo>
                  <a:cubicBezTo>
                    <a:pt x="272349" y="0"/>
                    <a:pt x="350901" y="78552"/>
                    <a:pt x="350901" y="17545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8400" tIns="34200" rIns="68400" bIns="34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" name="Google Shape;76;p6"/>
            <p:cNvSpPr/>
            <p:nvPr/>
          </p:nvSpPr>
          <p:spPr>
            <a:xfrm>
              <a:off x="4803120" y="4746600"/>
              <a:ext cx="5729760" cy="5729760"/>
            </a:xfrm>
            <a:custGeom>
              <a:avLst/>
              <a:gdLst>
                <a:gd name="textAreaLeft" fmla="*/ 0 w 5729760"/>
                <a:gd name="textAreaRight" fmla="*/ 5730120 w 5729760"/>
                <a:gd name="textAreaTop" fmla="*/ 0 h 5729760"/>
                <a:gd name="textAreaBottom" fmla="*/ 5730120 h 5729760"/>
              </a:gdLst>
              <a:ahLst/>
              <a:cxnLst/>
              <a:rect l="textAreaLeft" t="textAreaTop" r="textAreaRight" b="textAreaBottom"/>
              <a:pathLst>
                <a:path w="350901" h="350901">
                  <a:moveTo>
                    <a:pt x="350901" y="175451"/>
                  </a:moveTo>
                  <a:cubicBezTo>
                    <a:pt x="350901" y="272349"/>
                    <a:pt x="272349" y="350901"/>
                    <a:pt x="175450" y="350901"/>
                  </a:cubicBezTo>
                  <a:cubicBezTo>
                    <a:pt x="78552" y="350901"/>
                    <a:pt x="0" y="272349"/>
                    <a:pt x="0" y="175451"/>
                  </a:cubicBezTo>
                  <a:cubicBezTo>
                    <a:pt x="0" y="78552"/>
                    <a:pt x="78552" y="0"/>
                    <a:pt x="175450" y="0"/>
                  </a:cubicBezTo>
                  <a:cubicBezTo>
                    <a:pt x="272349" y="0"/>
                    <a:pt x="350901" y="78552"/>
                    <a:pt x="350901" y="17545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8400" tIns="34200" rIns="68400" bIns="34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43" name="Google Shape;78;p6"/>
          <p:cNvGrpSpPr/>
          <p:nvPr/>
        </p:nvGrpSpPr>
        <p:grpSpPr>
          <a:xfrm>
            <a:off x="204120" y="4756320"/>
            <a:ext cx="819720" cy="249120"/>
            <a:chOff x="204120" y="4756320"/>
            <a:chExt cx="819720" cy="249120"/>
          </a:xfrm>
        </p:grpSpPr>
        <p:sp>
          <p:nvSpPr>
            <p:cNvPr id="44" name="Google Shape;79;p6"/>
            <p:cNvSpPr/>
            <p:nvPr/>
          </p:nvSpPr>
          <p:spPr>
            <a:xfrm rot="5400000">
              <a:off x="952920" y="4756320"/>
              <a:ext cx="70920" cy="70920"/>
            </a:xfrm>
            <a:custGeom>
              <a:avLst/>
              <a:gdLst>
                <a:gd name="textAreaLeft" fmla="*/ 0 w 70920"/>
                <a:gd name="textAreaRight" fmla="*/ 71280 w 70920"/>
                <a:gd name="textAreaTop" fmla="*/ 0 h 70920"/>
                <a:gd name="textAreaBottom" fmla="*/ 71280 h 70920"/>
              </a:gdLst>
              <a:ahLst/>
              <a:cxnLst/>
              <a:rect l="textAreaLeft" t="textAreaTop" r="textAreaRight" b="textAreaBottom"/>
              <a:pathLst>
                <a:path w="93472" h="93503">
                  <a:moveTo>
                    <a:pt x="97137" y="47811"/>
                  </a:moveTo>
                  <a:cubicBezTo>
                    <a:pt x="97137" y="73631"/>
                    <a:pt x="76182" y="94567"/>
                    <a:pt x="50400" y="94567"/>
                  </a:cubicBezTo>
                  <a:cubicBezTo>
                    <a:pt x="24556" y="94567"/>
                    <a:pt x="3664" y="73631"/>
                    <a:pt x="3664" y="47811"/>
                  </a:cubicBezTo>
                  <a:cubicBezTo>
                    <a:pt x="3664" y="21992"/>
                    <a:pt x="24556" y="1063"/>
                    <a:pt x="50400" y="1063"/>
                  </a:cubicBezTo>
                  <a:cubicBezTo>
                    <a:pt x="76182" y="1063"/>
                    <a:pt x="97137" y="21992"/>
                    <a:pt x="97137" y="4781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8400" tIns="34200" rIns="68400" bIns="34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" name="Google Shape;80;p6"/>
            <p:cNvSpPr/>
            <p:nvPr/>
          </p:nvSpPr>
          <p:spPr>
            <a:xfrm rot="5400000">
              <a:off x="762480" y="4756320"/>
              <a:ext cx="70920" cy="70920"/>
            </a:xfrm>
            <a:custGeom>
              <a:avLst/>
              <a:gdLst>
                <a:gd name="textAreaLeft" fmla="*/ 0 w 70920"/>
                <a:gd name="textAreaRight" fmla="*/ 71280 w 70920"/>
                <a:gd name="textAreaTop" fmla="*/ 0 h 70920"/>
                <a:gd name="textAreaBottom" fmla="*/ 71280 h 70920"/>
              </a:gdLst>
              <a:ahLst/>
              <a:cxnLst/>
              <a:rect l="textAreaLeft" t="textAreaTop" r="textAreaRight" b="textAreaBottom"/>
              <a:pathLst>
                <a:path w="93472" h="93503">
                  <a:moveTo>
                    <a:pt x="97137" y="47936"/>
                  </a:moveTo>
                  <a:cubicBezTo>
                    <a:pt x="97137" y="73755"/>
                    <a:pt x="76182" y="94691"/>
                    <a:pt x="50400" y="94691"/>
                  </a:cubicBezTo>
                  <a:cubicBezTo>
                    <a:pt x="24556" y="94691"/>
                    <a:pt x="3664" y="73755"/>
                    <a:pt x="3664" y="47936"/>
                  </a:cubicBezTo>
                  <a:cubicBezTo>
                    <a:pt x="3664" y="22117"/>
                    <a:pt x="24556" y="1187"/>
                    <a:pt x="50400" y="1187"/>
                  </a:cubicBezTo>
                  <a:cubicBezTo>
                    <a:pt x="76182" y="1187"/>
                    <a:pt x="97137" y="22117"/>
                    <a:pt x="97137" y="47936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8400" tIns="34200" rIns="68400" bIns="34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" name="Google Shape;81;p6"/>
            <p:cNvSpPr/>
            <p:nvPr/>
          </p:nvSpPr>
          <p:spPr>
            <a:xfrm rot="5400000">
              <a:off x="762480" y="4934520"/>
              <a:ext cx="70920" cy="70920"/>
            </a:xfrm>
            <a:custGeom>
              <a:avLst/>
              <a:gdLst>
                <a:gd name="textAreaLeft" fmla="*/ 0 w 70920"/>
                <a:gd name="textAreaRight" fmla="*/ 71280 w 70920"/>
                <a:gd name="textAreaTop" fmla="*/ 0 h 70920"/>
                <a:gd name="textAreaBottom" fmla="*/ 71280 h 70920"/>
              </a:gdLst>
              <a:ahLst/>
              <a:cxnLst/>
              <a:rect l="textAreaLeft" t="textAreaTop" r="textAreaRight" b="textAreaBottom"/>
              <a:pathLst>
                <a:path w="93471" h="93503">
                  <a:moveTo>
                    <a:pt x="97253" y="47811"/>
                  </a:moveTo>
                  <a:cubicBezTo>
                    <a:pt x="97253" y="73631"/>
                    <a:pt x="76361" y="94567"/>
                    <a:pt x="50517" y="94567"/>
                  </a:cubicBezTo>
                  <a:cubicBezTo>
                    <a:pt x="24736" y="94567"/>
                    <a:pt x="3781" y="73631"/>
                    <a:pt x="3781" y="47811"/>
                  </a:cubicBezTo>
                  <a:cubicBezTo>
                    <a:pt x="3781" y="21992"/>
                    <a:pt x="24736" y="1063"/>
                    <a:pt x="50517" y="1063"/>
                  </a:cubicBezTo>
                  <a:cubicBezTo>
                    <a:pt x="76361" y="1063"/>
                    <a:pt x="97253" y="21992"/>
                    <a:pt x="97253" y="4781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8400" tIns="34200" rIns="68400" bIns="34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" name="Google Shape;82;p6"/>
            <p:cNvSpPr/>
            <p:nvPr/>
          </p:nvSpPr>
          <p:spPr>
            <a:xfrm rot="5400000">
              <a:off x="572400" y="4934520"/>
              <a:ext cx="70920" cy="70920"/>
            </a:xfrm>
            <a:custGeom>
              <a:avLst/>
              <a:gdLst>
                <a:gd name="textAreaLeft" fmla="*/ 0 w 70920"/>
                <a:gd name="textAreaRight" fmla="*/ 71280 w 70920"/>
                <a:gd name="textAreaTop" fmla="*/ 0 h 70920"/>
                <a:gd name="textAreaBottom" fmla="*/ 71280 h 70920"/>
              </a:gdLst>
              <a:ahLst/>
              <a:cxnLst/>
              <a:rect l="textAreaLeft" t="textAreaTop" r="textAreaRight" b="textAreaBottom"/>
              <a:pathLst>
                <a:path w="93471" h="93503">
                  <a:moveTo>
                    <a:pt x="97253" y="47936"/>
                  </a:moveTo>
                  <a:cubicBezTo>
                    <a:pt x="97253" y="73755"/>
                    <a:pt x="76361" y="94691"/>
                    <a:pt x="50517" y="94691"/>
                  </a:cubicBezTo>
                  <a:cubicBezTo>
                    <a:pt x="24736" y="94691"/>
                    <a:pt x="3781" y="73755"/>
                    <a:pt x="3781" y="47936"/>
                  </a:cubicBezTo>
                  <a:cubicBezTo>
                    <a:pt x="3781" y="22117"/>
                    <a:pt x="24736" y="1187"/>
                    <a:pt x="50517" y="1187"/>
                  </a:cubicBezTo>
                  <a:cubicBezTo>
                    <a:pt x="76361" y="1187"/>
                    <a:pt x="97253" y="22117"/>
                    <a:pt x="97253" y="47936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8400" tIns="34200" rIns="68400" bIns="34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" name="Google Shape;83;p6"/>
            <p:cNvSpPr/>
            <p:nvPr/>
          </p:nvSpPr>
          <p:spPr>
            <a:xfrm rot="5400000">
              <a:off x="584280" y="4756320"/>
              <a:ext cx="70920" cy="70920"/>
            </a:xfrm>
            <a:custGeom>
              <a:avLst/>
              <a:gdLst>
                <a:gd name="textAreaLeft" fmla="*/ 0 w 70920"/>
                <a:gd name="textAreaRight" fmla="*/ 71280 w 70920"/>
                <a:gd name="textAreaTop" fmla="*/ 0 h 70920"/>
                <a:gd name="textAreaBottom" fmla="*/ 71280 h 70920"/>
              </a:gdLst>
              <a:ahLst/>
              <a:cxnLst/>
              <a:rect l="textAreaLeft" t="textAreaTop" r="textAreaRight" b="textAreaBottom"/>
              <a:pathLst>
                <a:path w="93472" h="93503">
                  <a:moveTo>
                    <a:pt x="97137" y="48059"/>
                  </a:moveTo>
                  <a:cubicBezTo>
                    <a:pt x="97137" y="73878"/>
                    <a:pt x="76182" y="94807"/>
                    <a:pt x="50400" y="94807"/>
                  </a:cubicBezTo>
                  <a:cubicBezTo>
                    <a:pt x="24556" y="94807"/>
                    <a:pt x="3664" y="73878"/>
                    <a:pt x="3664" y="48059"/>
                  </a:cubicBezTo>
                  <a:cubicBezTo>
                    <a:pt x="3664" y="22240"/>
                    <a:pt x="24556" y="1304"/>
                    <a:pt x="50400" y="1304"/>
                  </a:cubicBezTo>
                  <a:cubicBezTo>
                    <a:pt x="76182" y="1304"/>
                    <a:pt x="97137" y="22240"/>
                    <a:pt x="97137" y="48059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8400" tIns="34200" rIns="68400" bIns="34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" name="Google Shape;84;p6"/>
            <p:cNvSpPr/>
            <p:nvPr/>
          </p:nvSpPr>
          <p:spPr>
            <a:xfrm rot="5400000">
              <a:off x="394200" y="4756320"/>
              <a:ext cx="70920" cy="70920"/>
            </a:xfrm>
            <a:custGeom>
              <a:avLst/>
              <a:gdLst>
                <a:gd name="textAreaLeft" fmla="*/ 0 w 70920"/>
                <a:gd name="textAreaRight" fmla="*/ 71280 w 70920"/>
                <a:gd name="textAreaTop" fmla="*/ 0 h 70920"/>
                <a:gd name="textAreaBottom" fmla="*/ 71280 h 70920"/>
              </a:gdLst>
              <a:ahLst/>
              <a:cxnLst/>
              <a:rect l="textAreaLeft" t="textAreaTop" r="textAreaRight" b="textAreaBottom"/>
              <a:pathLst>
                <a:path w="93472" h="93503">
                  <a:moveTo>
                    <a:pt x="97137" y="48183"/>
                  </a:moveTo>
                  <a:cubicBezTo>
                    <a:pt x="97137" y="74002"/>
                    <a:pt x="76182" y="94932"/>
                    <a:pt x="50400" y="94932"/>
                  </a:cubicBezTo>
                  <a:cubicBezTo>
                    <a:pt x="24556" y="94932"/>
                    <a:pt x="3664" y="74002"/>
                    <a:pt x="3664" y="48183"/>
                  </a:cubicBezTo>
                  <a:cubicBezTo>
                    <a:pt x="3664" y="22364"/>
                    <a:pt x="24556" y="1428"/>
                    <a:pt x="50400" y="1428"/>
                  </a:cubicBezTo>
                  <a:cubicBezTo>
                    <a:pt x="76182" y="1428"/>
                    <a:pt x="97137" y="22364"/>
                    <a:pt x="97137" y="48183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8400" tIns="34200" rIns="68400" bIns="34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" name="Google Shape;85;p6"/>
            <p:cNvSpPr/>
            <p:nvPr/>
          </p:nvSpPr>
          <p:spPr>
            <a:xfrm rot="5400000">
              <a:off x="394200" y="4934520"/>
              <a:ext cx="70920" cy="70920"/>
            </a:xfrm>
            <a:custGeom>
              <a:avLst/>
              <a:gdLst>
                <a:gd name="textAreaLeft" fmla="*/ 0 w 70920"/>
                <a:gd name="textAreaRight" fmla="*/ 71280 w 70920"/>
                <a:gd name="textAreaTop" fmla="*/ 0 h 70920"/>
                <a:gd name="textAreaBottom" fmla="*/ 71280 h 70920"/>
              </a:gdLst>
              <a:ahLst/>
              <a:cxnLst/>
              <a:rect l="textAreaLeft" t="textAreaTop" r="textAreaRight" b="textAreaBottom"/>
              <a:pathLst>
                <a:path w="93471" h="93503">
                  <a:moveTo>
                    <a:pt x="97253" y="48059"/>
                  </a:moveTo>
                  <a:cubicBezTo>
                    <a:pt x="97253" y="73878"/>
                    <a:pt x="76361" y="94807"/>
                    <a:pt x="50517" y="94807"/>
                  </a:cubicBezTo>
                  <a:cubicBezTo>
                    <a:pt x="24736" y="94807"/>
                    <a:pt x="3781" y="73878"/>
                    <a:pt x="3781" y="48059"/>
                  </a:cubicBezTo>
                  <a:cubicBezTo>
                    <a:pt x="3781" y="22240"/>
                    <a:pt x="24736" y="1304"/>
                    <a:pt x="50517" y="1304"/>
                  </a:cubicBezTo>
                  <a:cubicBezTo>
                    <a:pt x="76361" y="1304"/>
                    <a:pt x="97253" y="22240"/>
                    <a:pt x="97253" y="48059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8400" tIns="34200" rIns="68400" bIns="34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1" name="Google Shape;86;p6"/>
            <p:cNvSpPr/>
            <p:nvPr/>
          </p:nvSpPr>
          <p:spPr>
            <a:xfrm rot="5400000">
              <a:off x="204120" y="4934520"/>
              <a:ext cx="70920" cy="70920"/>
            </a:xfrm>
            <a:custGeom>
              <a:avLst/>
              <a:gdLst>
                <a:gd name="textAreaLeft" fmla="*/ 0 w 70920"/>
                <a:gd name="textAreaRight" fmla="*/ 71280 w 70920"/>
                <a:gd name="textAreaTop" fmla="*/ 0 h 70920"/>
                <a:gd name="textAreaBottom" fmla="*/ 71280 h 70920"/>
              </a:gdLst>
              <a:ahLst/>
              <a:cxnLst/>
              <a:rect l="textAreaLeft" t="textAreaTop" r="textAreaRight" b="textAreaBottom"/>
              <a:pathLst>
                <a:path w="93471" h="93503">
                  <a:moveTo>
                    <a:pt x="97253" y="48183"/>
                  </a:moveTo>
                  <a:cubicBezTo>
                    <a:pt x="97253" y="74002"/>
                    <a:pt x="76361" y="94932"/>
                    <a:pt x="50517" y="94932"/>
                  </a:cubicBezTo>
                  <a:cubicBezTo>
                    <a:pt x="24736" y="94932"/>
                    <a:pt x="3781" y="74002"/>
                    <a:pt x="3781" y="48183"/>
                  </a:cubicBezTo>
                  <a:cubicBezTo>
                    <a:pt x="3781" y="22364"/>
                    <a:pt x="24736" y="1428"/>
                    <a:pt x="50517" y="1428"/>
                  </a:cubicBezTo>
                  <a:cubicBezTo>
                    <a:pt x="76361" y="1428"/>
                    <a:pt x="97253" y="22364"/>
                    <a:pt x="97253" y="48183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8400" tIns="34200" rIns="68400" bIns="34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52" name="Google Shape;87;p6"/>
          <p:cNvGrpSpPr/>
          <p:nvPr/>
        </p:nvGrpSpPr>
        <p:grpSpPr>
          <a:xfrm>
            <a:off x="7853040" y="50040"/>
            <a:ext cx="1169640" cy="1331640"/>
            <a:chOff x="7853040" y="50040"/>
            <a:chExt cx="1169640" cy="1331640"/>
          </a:xfrm>
        </p:grpSpPr>
        <p:sp>
          <p:nvSpPr>
            <p:cNvPr id="53" name="Google Shape;88;p6"/>
            <p:cNvSpPr/>
            <p:nvPr/>
          </p:nvSpPr>
          <p:spPr>
            <a:xfrm>
              <a:off x="8845920" y="80640"/>
              <a:ext cx="176760" cy="176760"/>
            </a:xfrm>
            <a:custGeom>
              <a:avLst/>
              <a:gdLst>
                <a:gd name="textAreaLeft" fmla="*/ 0 w 176760"/>
                <a:gd name="textAreaRight" fmla="*/ 177120 w 176760"/>
                <a:gd name="textAreaTop" fmla="*/ 0 h 176760"/>
                <a:gd name="textAreaBottom" fmla="*/ 177120 h 176760"/>
              </a:gdLst>
              <a:ahLst/>
              <a:cxnLst/>
              <a:rect l="textAreaLeft" t="textAreaTop" r="textAreaRight" b="textAreaBottom"/>
              <a:pathLst>
                <a:path w="259461" h="259461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8400" tIns="34200" rIns="68400" bIns="34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4" name="Google Shape;89;p6"/>
            <p:cNvSpPr/>
            <p:nvPr/>
          </p:nvSpPr>
          <p:spPr>
            <a:xfrm>
              <a:off x="8272800" y="1062360"/>
              <a:ext cx="319320" cy="319320"/>
            </a:xfrm>
            <a:custGeom>
              <a:avLst/>
              <a:gdLst>
                <a:gd name="textAreaLeft" fmla="*/ 0 w 319320"/>
                <a:gd name="textAreaRight" fmla="*/ 319680 w 319320"/>
                <a:gd name="textAreaTop" fmla="*/ 0 h 319320"/>
                <a:gd name="textAreaBottom" fmla="*/ 319680 h 319320"/>
              </a:gdLst>
              <a:ahLst/>
              <a:cxnLst/>
              <a:rect l="textAreaLeft" t="textAreaTop" r="textAreaRight" b="textAreaBottom"/>
              <a:pathLst>
                <a:path w="259461" h="259461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8400" tIns="34200" rIns="68400" bIns="34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5" name="Google Shape;90;p6"/>
            <p:cNvSpPr/>
            <p:nvPr/>
          </p:nvSpPr>
          <p:spPr>
            <a:xfrm>
              <a:off x="7853040" y="50040"/>
              <a:ext cx="138960" cy="138960"/>
            </a:xfrm>
            <a:custGeom>
              <a:avLst/>
              <a:gdLst>
                <a:gd name="textAreaLeft" fmla="*/ 0 w 138960"/>
                <a:gd name="textAreaRight" fmla="*/ 139320 w 138960"/>
                <a:gd name="textAreaTop" fmla="*/ 0 h 138960"/>
                <a:gd name="textAreaBottom" fmla="*/ 139320 h 138960"/>
              </a:gdLst>
              <a:ahLst/>
              <a:cxnLst/>
              <a:rect l="textAreaLeft" t="textAreaTop" r="textAreaRight" b="textAreaBottom"/>
              <a:pathLst>
                <a:path w="259461" h="259461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8400" tIns="34200" rIns="68400" bIns="34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6" name="Google Shape;91;p6"/>
            <p:cNvSpPr/>
            <p:nvPr/>
          </p:nvSpPr>
          <p:spPr>
            <a:xfrm>
              <a:off x="8430840" y="480600"/>
              <a:ext cx="233640" cy="233640"/>
            </a:xfrm>
            <a:custGeom>
              <a:avLst/>
              <a:gdLst>
                <a:gd name="textAreaLeft" fmla="*/ 0 w 233640"/>
                <a:gd name="textAreaRight" fmla="*/ 234000 w 233640"/>
                <a:gd name="textAreaTop" fmla="*/ 0 h 233640"/>
                <a:gd name="textAreaBottom" fmla="*/ 234000 h 233640"/>
              </a:gdLst>
              <a:ahLst/>
              <a:cxnLst/>
              <a:rect l="textAreaLeft" t="textAreaTop" r="textAreaRight" b="textAreaBottom"/>
              <a:pathLst>
                <a:path w="259461" h="259461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8400" tIns="34200" rIns="68400" bIns="34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7" name="Google Shape;92;p6"/>
            <p:cNvSpPr/>
            <p:nvPr/>
          </p:nvSpPr>
          <p:spPr>
            <a:xfrm>
              <a:off x="8864640" y="992520"/>
              <a:ext cx="138960" cy="138960"/>
            </a:xfrm>
            <a:custGeom>
              <a:avLst/>
              <a:gdLst>
                <a:gd name="textAreaLeft" fmla="*/ 0 w 138960"/>
                <a:gd name="textAreaRight" fmla="*/ 139320 w 138960"/>
                <a:gd name="textAreaTop" fmla="*/ 0 h 138960"/>
                <a:gd name="textAreaBottom" fmla="*/ 139320 h 138960"/>
              </a:gdLst>
              <a:ahLst/>
              <a:cxnLst/>
              <a:rect l="textAreaLeft" t="textAreaTop" r="textAreaRight" b="textAreaBottom"/>
              <a:pathLst>
                <a:path w="259461" h="259461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8400" tIns="34200" rIns="68400" bIns="34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2" r:id="rId1"/>
  </p:sldLayoutIdLst>
  <mc:AlternateContent xmlns:mc="http://schemas.openxmlformats.org/markup-compatibility/2006">
    <mc:Choice xmlns:p14="http://schemas.microsoft.com/office/powerpoint/2010/main" Requires="p14">
      <p:transition spd="slow" p14:dur="2500">
        <p:circle/>
      </p:transition>
    </mc:Choice>
    <mc:Fallback>
      <p:transition spd="slow">
        <p:circl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474;p30"/>
          <p:cNvSpPr/>
          <p:nvPr/>
        </p:nvSpPr>
        <p:spPr>
          <a:xfrm rot="18900000">
            <a:off x="4987800" y="-3125880"/>
            <a:ext cx="6691320" cy="6691320"/>
          </a:xfrm>
          <a:custGeom>
            <a:avLst/>
            <a:gdLst>
              <a:gd name="textAreaLeft" fmla="*/ 0 w 6691320"/>
              <a:gd name="textAreaRight" fmla="*/ 6691680 w 6691320"/>
              <a:gd name="textAreaTop" fmla="*/ 0 h 6691320"/>
              <a:gd name="textAreaBottom" fmla="*/ 6691680 h 6691320"/>
            </a:gdLst>
            <a:ahLst/>
            <a:cxnLst/>
            <a:rect l="textAreaLeft" t="textAreaTop" r="textAreaRight" b="textAreaBottom"/>
            <a:pathLst>
              <a:path w="459500" h="459500">
                <a:moveTo>
                  <a:pt x="459501" y="229750"/>
                </a:moveTo>
                <a:cubicBezTo>
                  <a:pt x="459501" y="356638"/>
                  <a:pt x="356638" y="459501"/>
                  <a:pt x="229750" y="459501"/>
                </a:cubicBezTo>
                <a:cubicBezTo>
                  <a:pt x="102863" y="459501"/>
                  <a:pt x="0" y="356638"/>
                  <a:pt x="0" y="229750"/>
                </a:cubicBezTo>
                <a:cubicBezTo>
                  <a:pt x="0" y="102863"/>
                  <a:pt x="102863" y="0"/>
                  <a:pt x="229750" y="0"/>
                </a:cubicBezTo>
                <a:cubicBezTo>
                  <a:pt x="356638" y="0"/>
                  <a:pt x="459501" y="102863"/>
                  <a:pt x="459501" y="229750"/>
                </a:cubicBez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400" tIns="34200" rIns="68400" bIns="342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61" name="Google Shape;475;p30"/>
          <p:cNvGrpSpPr/>
          <p:nvPr/>
        </p:nvGrpSpPr>
        <p:grpSpPr>
          <a:xfrm>
            <a:off x="5413680" y="558720"/>
            <a:ext cx="3727440" cy="4584600"/>
            <a:chOff x="5413680" y="558720"/>
            <a:chExt cx="3727440" cy="4584600"/>
          </a:xfrm>
        </p:grpSpPr>
        <p:grpSp>
          <p:nvGrpSpPr>
            <p:cNvPr id="62" name="Google Shape;476;p30"/>
            <p:cNvGrpSpPr/>
            <p:nvPr/>
          </p:nvGrpSpPr>
          <p:grpSpPr>
            <a:xfrm>
              <a:off x="5413680" y="558720"/>
              <a:ext cx="3727440" cy="4584600"/>
              <a:chOff x="5413680" y="558720"/>
              <a:chExt cx="3727440" cy="4584600"/>
            </a:xfrm>
          </p:grpSpPr>
          <p:sp>
            <p:nvSpPr>
              <p:cNvPr id="63" name="Google Shape;477;p30"/>
              <p:cNvSpPr/>
              <p:nvPr/>
            </p:nvSpPr>
            <p:spPr>
              <a:xfrm>
                <a:off x="6729480" y="4424040"/>
                <a:ext cx="365760" cy="719280"/>
              </a:xfrm>
              <a:custGeom>
                <a:avLst/>
                <a:gdLst>
                  <a:gd name="textAreaLeft" fmla="*/ 0 w 365760"/>
                  <a:gd name="textAreaRight" fmla="*/ 366120 w 365760"/>
                  <a:gd name="textAreaTop" fmla="*/ 0 h 719280"/>
                  <a:gd name="textAreaBottom" fmla="*/ 719640 h 719280"/>
                </a:gdLst>
                <a:ahLst/>
                <a:cxnLst/>
                <a:rect l="textAreaLeft" t="textAreaTop" r="textAreaRight" b="textAreaBottom"/>
                <a:pathLst>
                  <a:path w="488315" h="959327">
                    <a:moveTo>
                      <a:pt x="480353" y="962508"/>
                    </a:moveTo>
                    <a:lnTo>
                      <a:pt x="492609" y="62992"/>
                    </a:lnTo>
                    <a:lnTo>
                      <a:pt x="20105" y="3181"/>
                    </a:lnTo>
                    <a:lnTo>
                      <a:pt x="4293" y="962508"/>
                    </a:lnTo>
                    <a:lnTo>
                      <a:pt x="480353" y="962508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68400" tIns="34200" rIns="68400" bIns="342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4" name="Google Shape;478;p30"/>
              <p:cNvSpPr/>
              <p:nvPr/>
            </p:nvSpPr>
            <p:spPr>
              <a:xfrm>
                <a:off x="6678360" y="2375640"/>
                <a:ext cx="902880" cy="2131920"/>
              </a:xfrm>
              <a:custGeom>
                <a:avLst/>
                <a:gdLst>
                  <a:gd name="textAreaLeft" fmla="*/ 0 w 902880"/>
                  <a:gd name="textAreaRight" fmla="*/ 903240 w 902880"/>
                  <a:gd name="textAreaTop" fmla="*/ 0 h 2131920"/>
                  <a:gd name="textAreaBottom" fmla="*/ 2132280 h 2131920"/>
                </a:gdLst>
                <a:ahLst/>
                <a:cxnLst/>
                <a:rect l="textAreaLeft" t="textAreaTop" r="textAreaRight" b="textAreaBottom"/>
                <a:pathLst>
                  <a:path w="1204214" h="2842979">
                    <a:moveTo>
                      <a:pt x="4438" y="2801409"/>
                    </a:moveTo>
                    <a:lnTo>
                      <a:pt x="762056" y="2845268"/>
                    </a:lnTo>
                    <a:lnTo>
                      <a:pt x="1208652" y="66087"/>
                    </a:lnTo>
                    <a:lnTo>
                      <a:pt x="522788" y="2288"/>
                    </a:lnTo>
                    <a:lnTo>
                      <a:pt x="4438" y="2801409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68400" tIns="34200" rIns="68400" bIns="342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5" name="Google Shape;479;p30"/>
              <p:cNvSpPr/>
              <p:nvPr/>
            </p:nvSpPr>
            <p:spPr>
              <a:xfrm>
                <a:off x="6878160" y="558720"/>
                <a:ext cx="1501560" cy="1880640"/>
              </a:xfrm>
              <a:custGeom>
                <a:avLst/>
                <a:gdLst>
                  <a:gd name="textAreaLeft" fmla="*/ 0 w 1501560"/>
                  <a:gd name="textAreaRight" fmla="*/ 1501920 w 1501560"/>
                  <a:gd name="textAreaTop" fmla="*/ 0 h 1880640"/>
                  <a:gd name="textAreaBottom" fmla="*/ 1881000 h 1880640"/>
                </a:gdLst>
                <a:ahLst/>
                <a:cxnLst/>
                <a:rect l="textAreaLeft" t="textAreaTop" r="textAreaRight" b="textAreaBottom"/>
                <a:pathLst>
                  <a:path w="2002558" h="2508047">
                    <a:moveTo>
                      <a:pt x="522293" y="70863"/>
                    </a:moveTo>
                    <a:cubicBezTo>
                      <a:pt x="522293" y="70863"/>
                      <a:pt x="821315" y="-114544"/>
                      <a:pt x="1138307" y="118710"/>
                    </a:cubicBezTo>
                    <a:cubicBezTo>
                      <a:pt x="1455299" y="351971"/>
                      <a:pt x="1473269" y="956054"/>
                      <a:pt x="1407483" y="1069694"/>
                    </a:cubicBezTo>
                    <a:cubicBezTo>
                      <a:pt x="1341698" y="1183333"/>
                      <a:pt x="1222064" y="1296973"/>
                      <a:pt x="1222064" y="1296973"/>
                    </a:cubicBezTo>
                    <a:cubicBezTo>
                      <a:pt x="1222064" y="1296973"/>
                      <a:pt x="1413453" y="1326875"/>
                      <a:pt x="1455299" y="1512289"/>
                    </a:cubicBezTo>
                    <a:cubicBezTo>
                      <a:pt x="1497209" y="1697703"/>
                      <a:pt x="1425391" y="1667794"/>
                      <a:pt x="1527117" y="1751532"/>
                    </a:cubicBezTo>
                    <a:cubicBezTo>
                      <a:pt x="1628781" y="1835263"/>
                      <a:pt x="1856048" y="1805354"/>
                      <a:pt x="1963744" y="2008713"/>
                    </a:cubicBezTo>
                    <a:cubicBezTo>
                      <a:pt x="2071377" y="2212066"/>
                      <a:pt x="1945774" y="2505138"/>
                      <a:pt x="1945774" y="2505138"/>
                    </a:cubicBezTo>
                    <a:cubicBezTo>
                      <a:pt x="1945774" y="2505138"/>
                      <a:pt x="683774" y="2517101"/>
                      <a:pt x="677804" y="2499156"/>
                    </a:cubicBezTo>
                    <a:cubicBezTo>
                      <a:pt x="671836" y="2481211"/>
                      <a:pt x="546232" y="1596026"/>
                      <a:pt x="546232" y="1596026"/>
                    </a:cubicBezTo>
                    <a:lnTo>
                      <a:pt x="169423" y="1392668"/>
                    </a:lnTo>
                    <a:cubicBezTo>
                      <a:pt x="169423" y="1392668"/>
                      <a:pt x="-21966" y="1189315"/>
                      <a:pt x="7942" y="716817"/>
                    </a:cubicBezTo>
                    <a:cubicBezTo>
                      <a:pt x="37851" y="244314"/>
                      <a:pt x="462476" y="23016"/>
                      <a:pt x="522293" y="70863"/>
                    </a:cubicBezTo>
                    <a:close/>
                  </a:path>
                </a:pathLst>
              </a:custGeom>
              <a:solidFill>
                <a:srgbClr val="60304A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68400" tIns="34200" rIns="68400" bIns="342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6" name="Google Shape;480;p30"/>
              <p:cNvSpPr/>
              <p:nvPr/>
            </p:nvSpPr>
            <p:spPr>
              <a:xfrm>
                <a:off x="7150680" y="613800"/>
                <a:ext cx="696240" cy="597240"/>
              </a:xfrm>
              <a:custGeom>
                <a:avLst/>
                <a:gdLst>
                  <a:gd name="textAreaLeft" fmla="*/ 0 w 696240"/>
                  <a:gd name="textAreaRight" fmla="*/ 696600 w 696240"/>
                  <a:gd name="textAreaTop" fmla="*/ 0 h 597240"/>
                  <a:gd name="textAreaBottom" fmla="*/ 597600 h 597240"/>
                </a:gdLst>
                <a:ahLst/>
                <a:cxnLst/>
                <a:rect l="textAreaLeft" t="textAreaTop" r="textAreaRight" b="textAreaBottom"/>
                <a:pathLst>
                  <a:path w="928659" h="796672">
                    <a:moveTo>
                      <a:pt x="926827" y="784790"/>
                    </a:moveTo>
                    <a:cubicBezTo>
                      <a:pt x="847960" y="785736"/>
                      <a:pt x="793732" y="715816"/>
                      <a:pt x="764013" y="650856"/>
                    </a:cubicBezTo>
                    <a:cubicBezTo>
                      <a:pt x="732581" y="582009"/>
                      <a:pt x="713784" y="504812"/>
                      <a:pt x="662921" y="446538"/>
                    </a:cubicBezTo>
                    <a:cubicBezTo>
                      <a:pt x="551669" y="318992"/>
                      <a:pt x="363392" y="382670"/>
                      <a:pt x="225215" y="314166"/>
                    </a:cubicBezTo>
                    <a:cubicBezTo>
                      <a:pt x="156635" y="280168"/>
                      <a:pt x="107042" y="223882"/>
                      <a:pt x="71228" y="157632"/>
                    </a:cubicBezTo>
                    <a:cubicBezTo>
                      <a:pt x="82784" y="131972"/>
                      <a:pt x="95993" y="107022"/>
                      <a:pt x="111106" y="83299"/>
                    </a:cubicBezTo>
                    <a:cubicBezTo>
                      <a:pt x="112883" y="80517"/>
                      <a:pt x="114789" y="77793"/>
                      <a:pt x="116630" y="75037"/>
                    </a:cubicBezTo>
                    <a:cubicBezTo>
                      <a:pt x="195878" y="68325"/>
                      <a:pt x="275507" y="70719"/>
                      <a:pt x="353041" y="90017"/>
                    </a:cubicBezTo>
                    <a:cubicBezTo>
                      <a:pt x="431654" y="109607"/>
                      <a:pt x="506711" y="144703"/>
                      <a:pt x="571798" y="193021"/>
                    </a:cubicBezTo>
                    <a:cubicBezTo>
                      <a:pt x="608247" y="220033"/>
                      <a:pt x="639553" y="252076"/>
                      <a:pt x="672129" y="283330"/>
                    </a:cubicBezTo>
                    <a:cubicBezTo>
                      <a:pt x="678415" y="289369"/>
                      <a:pt x="687432" y="279806"/>
                      <a:pt x="682796" y="273075"/>
                    </a:cubicBezTo>
                    <a:cubicBezTo>
                      <a:pt x="659175" y="238633"/>
                      <a:pt x="626980" y="209950"/>
                      <a:pt x="594023" y="184505"/>
                    </a:cubicBezTo>
                    <a:cubicBezTo>
                      <a:pt x="560813" y="158832"/>
                      <a:pt x="524935" y="136537"/>
                      <a:pt x="487280" y="117938"/>
                    </a:cubicBezTo>
                    <a:cubicBezTo>
                      <a:pt x="412921" y="81210"/>
                      <a:pt x="330625" y="58419"/>
                      <a:pt x="247757" y="53466"/>
                    </a:cubicBezTo>
                    <a:cubicBezTo>
                      <a:pt x="224898" y="52095"/>
                      <a:pt x="201974" y="51911"/>
                      <a:pt x="179114" y="53231"/>
                    </a:cubicBezTo>
                    <a:cubicBezTo>
                      <a:pt x="161081" y="54267"/>
                      <a:pt x="143808" y="56857"/>
                      <a:pt x="126409" y="60451"/>
                    </a:cubicBezTo>
                    <a:cubicBezTo>
                      <a:pt x="129902" y="55422"/>
                      <a:pt x="133457" y="50399"/>
                      <a:pt x="137077" y="45459"/>
                    </a:cubicBezTo>
                    <a:cubicBezTo>
                      <a:pt x="145713" y="33680"/>
                      <a:pt x="155746" y="22288"/>
                      <a:pt x="162794" y="9467"/>
                    </a:cubicBezTo>
                    <a:cubicBezTo>
                      <a:pt x="165969" y="3689"/>
                      <a:pt x="158095" y="-1836"/>
                      <a:pt x="153207" y="1739"/>
                    </a:cubicBezTo>
                    <a:cubicBezTo>
                      <a:pt x="140633" y="10966"/>
                      <a:pt x="130473" y="24491"/>
                      <a:pt x="120948" y="36747"/>
                    </a:cubicBezTo>
                    <a:cubicBezTo>
                      <a:pt x="111550" y="48818"/>
                      <a:pt x="102787" y="61321"/>
                      <a:pt x="94532" y="74187"/>
                    </a:cubicBezTo>
                    <a:cubicBezTo>
                      <a:pt x="77260" y="101060"/>
                      <a:pt x="61956" y="129197"/>
                      <a:pt x="49066" y="158426"/>
                    </a:cubicBezTo>
                    <a:cubicBezTo>
                      <a:pt x="24301" y="214592"/>
                      <a:pt x="3409" y="279342"/>
                      <a:pt x="4743" y="341325"/>
                    </a:cubicBezTo>
                    <a:cubicBezTo>
                      <a:pt x="4870" y="348996"/>
                      <a:pt x="15919" y="348475"/>
                      <a:pt x="17506" y="341738"/>
                    </a:cubicBezTo>
                    <a:cubicBezTo>
                      <a:pt x="24428" y="311943"/>
                      <a:pt x="29508" y="281781"/>
                      <a:pt x="37255" y="252152"/>
                    </a:cubicBezTo>
                    <a:cubicBezTo>
                      <a:pt x="44113" y="226250"/>
                      <a:pt x="52940" y="200971"/>
                      <a:pt x="63163" y="176244"/>
                    </a:cubicBezTo>
                    <a:cubicBezTo>
                      <a:pt x="87166" y="233368"/>
                      <a:pt x="133521" y="282359"/>
                      <a:pt x="184893" y="315099"/>
                    </a:cubicBezTo>
                    <a:cubicBezTo>
                      <a:pt x="215182" y="334391"/>
                      <a:pt x="248139" y="348558"/>
                      <a:pt x="282873" y="357460"/>
                    </a:cubicBezTo>
                    <a:cubicBezTo>
                      <a:pt x="325926" y="368484"/>
                      <a:pt x="370440" y="371538"/>
                      <a:pt x="414509" y="375164"/>
                    </a:cubicBezTo>
                    <a:cubicBezTo>
                      <a:pt x="491598" y="381489"/>
                      <a:pt x="576370" y="390690"/>
                      <a:pt x="634918" y="446932"/>
                    </a:cubicBezTo>
                    <a:cubicBezTo>
                      <a:pt x="692639" y="502342"/>
                      <a:pt x="710991" y="584829"/>
                      <a:pt x="744011" y="654901"/>
                    </a:cubicBezTo>
                    <a:cubicBezTo>
                      <a:pt x="762235" y="693668"/>
                      <a:pt x="785095" y="731114"/>
                      <a:pt x="818687" y="758501"/>
                    </a:cubicBezTo>
                    <a:cubicBezTo>
                      <a:pt x="849611" y="783749"/>
                      <a:pt x="887584" y="799630"/>
                      <a:pt x="927970" y="796995"/>
                    </a:cubicBezTo>
                    <a:cubicBezTo>
                      <a:pt x="935971" y="796481"/>
                      <a:pt x="934574" y="784695"/>
                      <a:pt x="926827" y="784790"/>
                    </a:cubicBezTo>
                    <a:close/>
                  </a:path>
                </a:pathLst>
              </a:custGeom>
              <a:solidFill>
                <a:srgbClr val="4C1937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68400" tIns="34200" rIns="68400" bIns="342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7" name="Google Shape;481;p30"/>
              <p:cNvSpPr/>
              <p:nvPr/>
            </p:nvSpPr>
            <p:spPr>
              <a:xfrm>
                <a:off x="7654320" y="743400"/>
                <a:ext cx="128520" cy="177120"/>
              </a:xfrm>
              <a:custGeom>
                <a:avLst/>
                <a:gdLst>
                  <a:gd name="textAreaLeft" fmla="*/ 0 w 128520"/>
                  <a:gd name="textAreaRight" fmla="*/ 128880 w 128520"/>
                  <a:gd name="textAreaTop" fmla="*/ 0 h 177120"/>
                  <a:gd name="textAreaBottom" fmla="*/ 177480 h 177120"/>
                </a:gdLst>
                <a:ahLst/>
                <a:cxnLst/>
                <a:rect l="textAreaLeft" t="textAreaTop" r="textAreaRight" b="textAreaBottom"/>
                <a:pathLst>
                  <a:path w="171654" h="236825">
                    <a:moveTo>
                      <a:pt x="113463" y="101923"/>
                    </a:moveTo>
                    <a:cubicBezTo>
                      <a:pt x="86285" y="63830"/>
                      <a:pt x="53392" y="25774"/>
                      <a:pt x="13070" y="1250"/>
                    </a:cubicBezTo>
                    <a:cubicBezTo>
                      <a:pt x="8116" y="-1785"/>
                      <a:pt x="2275" y="5822"/>
                      <a:pt x="6021" y="10083"/>
                    </a:cubicBezTo>
                    <a:cubicBezTo>
                      <a:pt x="36247" y="44995"/>
                      <a:pt x="68823" y="77139"/>
                      <a:pt x="95620" y="115055"/>
                    </a:cubicBezTo>
                    <a:cubicBezTo>
                      <a:pt x="122416" y="152952"/>
                      <a:pt x="140451" y="195167"/>
                      <a:pt x="164327" y="234689"/>
                    </a:cubicBezTo>
                    <a:cubicBezTo>
                      <a:pt x="167692" y="240252"/>
                      <a:pt x="177535" y="236435"/>
                      <a:pt x="176391" y="230066"/>
                    </a:cubicBezTo>
                    <a:cubicBezTo>
                      <a:pt x="167628" y="183565"/>
                      <a:pt x="140515" y="139928"/>
                      <a:pt x="113463" y="101923"/>
                    </a:cubicBezTo>
                    <a:close/>
                  </a:path>
                </a:pathLst>
              </a:custGeom>
              <a:solidFill>
                <a:srgbClr val="4C1937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68400" tIns="34200" rIns="68400" bIns="342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8" name="Google Shape;482;p30"/>
              <p:cNvSpPr/>
              <p:nvPr/>
            </p:nvSpPr>
            <p:spPr>
              <a:xfrm>
                <a:off x="6970680" y="718560"/>
                <a:ext cx="220680" cy="155520"/>
              </a:xfrm>
              <a:custGeom>
                <a:avLst/>
                <a:gdLst>
                  <a:gd name="textAreaLeft" fmla="*/ 0 w 220680"/>
                  <a:gd name="textAreaRight" fmla="*/ 221040 w 220680"/>
                  <a:gd name="textAreaTop" fmla="*/ 0 h 155520"/>
                  <a:gd name="textAreaBottom" fmla="*/ 155880 h 155520"/>
                </a:gdLst>
                <a:ahLst/>
                <a:cxnLst/>
                <a:rect l="textAreaLeft" t="textAreaTop" r="textAreaRight" b="textAreaBottom"/>
                <a:pathLst>
                  <a:path w="294669" h="207785">
                    <a:moveTo>
                      <a:pt x="294414" y="874"/>
                    </a:moveTo>
                    <a:cubicBezTo>
                      <a:pt x="265521" y="-1520"/>
                      <a:pt x="233580" y="8996"/>
                      <a:pt x="206910" y="19003"/>
                    </a:cubicBezTo>
                    <a:cubicBezTo>
                      <a:pt x="177954" y="29875"/>
                      <a:pt x="150204" y="44854"/>
                      <a:pt x="124614" y="62298"/>
                    </a:cubicBezTo>
                    <a:cubicBezTo>
                      <a:pt x="99468" y="79506"/>
                      <a:pt x="76290" y="99769"/>
                      <a:pt x="55843" y="122426"/>
                    </a:cubicBezTo>
                    <a:cubicBezTo>
                      <a:pt x="35714" y="144714"/>
                      <a:pt x="15712" y="170864"/>
                      <a:pt x="4853" y="199121"/>
                    </a:cubicBezTo>
                    <a:cubicBezTo>
                      <a:pt x="2313" y="205725"/>
                      <a:pt x="11203" y="211936"/>
                      <a:pt x="15839" y="205801"/>
                    </a:cubicBezTo>
                    <a:cubicBezTo>
                      <a:pt x="33682" y="182040"/>
                      <a:pt x="49748" y="157637"/>
                      <a:pt x="70131" y="135786"/>
                    </a:cubicBezTo>
                    <a:cubicBezTo>
                      <a:pt x="89816" y="114711"/>
                      <a:pt x="111787" y="95876"/>
                      <a:pt x="135473" y="79468"/>
                    </a:cubicBezTo>
                    <a:cubicBezTo>
                      <a:pt x="159222" y="63028"/>
                      <a:pt x="184622" y="49585"/>
                      <a:pt x="211291" y="38682"/>
                    </a:cubicBezTo>
                    <a:cubicBezTo>
                      <a:pt x="225008" y="33094"/>
                      <a:pt x="239041" y="28198"/>
                      <a:pt x="253202" y="23937"/>
                    </a:cubicBezTo>
                    <a:cubicBezTo>
                      <a:pt x="267172" y="19734"/>
                      <a:pt x="281967" y="17168"/>
                      <a:pt x="295556" y="11885"/>
                    </a:cubicBezTo>
                    <a:cubicBezTo>
                      <a:pt x="300573" y="9929"/>
                      <a:pt x="300255" y="1363"/>
                      <a:pt x="294414" y="874"/>
                    </a:cubicBezTo>
                    <a:close/>
                  </a:path>
                </a:pathLst>
              </a:custGeom>
              <a:solidFill>
                <a:srgbClr val="4C1937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68400" tIns="34200" rIns="68400" bIns="342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9" name="Google Shape;483;p30"/>
              <p:cNvSpPr/>
              <p:nvPr/>
            </p:nvSpPr>
            <p:spPr>
              <a:xfrm>
                <a:off x="7716960" y="1583280"/>
                <a:ext cx="612720" cy="594360"/>
              </a:xfrm>
              <a:custGeom>
                <a:avLst/>
                <a:gdLst>
                  <a:gd name="textAreaLeft" fmla="*/ 0 w 612720"/>
                  <a:gd name="textAreaRight" fmla="*/ 613080 w 612720"/>
                  <a:gd name="textAreaTop" fmla="*/ 0 h 594360"/>
                  <a:gd name="textAreaBottom" fmla="*/ 594720 h 594360"/>
                </a:gdLst>
                <a:ahLst/>
                <a:cxnLst/>
                <a:rect l="textAreaLeft" t="textAreaTop" r="textAreaRight" b="textAreaBottom"/>
                <a:pathLst>
                  <a:path w="817543" h="792829">
                    <a:moveTo>
                      <a:pt x="822061" y="783615"/>
                    </a:moveTo>
                    <a:cubicBezTo>
                      <a:pt x="796788" y="711333"/>
                      <a:pt x="736653" y="660990"/>
                      <a:pt x="670169" y="626853"/>
                    </a:cubicBezTo>
                    <a:cubicBezTo>
                      <a:pt x="590477" y="585921"/>
                      <a:pt x="501513" y="568884"/>
                      <a:pt x="418137" y="537578"/>
                    </a:cubicBezTo>
                    <a:cubicBezTo>
                      <a:pt x="344858" y="510083"/>
                      <a:pt x="271897" y="469176"/>
                      <a:pt x="230240" y="400463"/>
                    </a:cubicBezTo>
                    <a:cubicBezTo>
                      <a:pt x="186870" y="328949"/>
                      <a:pt x="184711" y="242455"/>
                      <a:pt x="160073" y="164376"/>
                    </a:cubicBezTo>
                    <a:cubicBezTo>
                      <a:pt x="137150" y="91795"/>
                      <a:pt x="91238" y="17894"/>
                      <a:pt x="11673" y="1396"/>
                    </a:cubicBezTo>
                    <a:cubicBezTo>
                      <a:pt x="4117" y="-166"/>
                      <a:pt x="2402" y="11271"/>
                      <a:pt x="9705" y="13080"/>
                    </a:cubicBezTo>
                    <a:cubicBezTo>
                      <a:pt x="79047" y="30245"/>
                      <a:pt x="119813" y="101161"/>
                      <a:pt x="140134" y="164446"/>
                    </a:cubicBezTo>
                    <a:cubicBezTo>
                      <a:pt x="164454" y="240106"/>
                      <a:pt x="167502" y="322332"/>
                      <a:pt x="204269" y="393966"/>
                    </a:cubicBezTo>
                    <a:cubicBezTo>
                      <a:pt x="284152" y="549751"/>
                      <a:pt x="474652" y="567309"/>
                      <a:pt x="619940" y="626726"/>
                    </a:cubicBezTo>
                    <a:cubicBezTo>
                      <a:pt x="697093" y="658279"/>
                      <a:pt x="773547" y="709975"/>
                      <a:pt x="807392" y="789248"/>
                    </a:cubicBezTo>
                    <a:cubicBezTo>
                      <a:pt x="811329" y="798544"/>
                      <a:pt x="825427" y="793191"/>
                      <a:pt x="822061" y="783615"/>
                    </a:cubicBezTo>
                    <a:close/>
                  </a:path>
                </a:pathLst>
              </a:custGeom>
              <a:solidFill>
                <a:srgbClr val="4C1937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68400" tIns="34200" rIns="68400" bIns="342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0" name="Google Shape;484;p30"/>
              <p:cNvSpPr/>
              <p:nvPr/>
            </p:nvSpPr>
            <p:spPr>
              <a:xfrm>
                <a:off x="7912440" y="1742040"/>
                <a:ext cx="61200" cy="145080"/>
              </a:xfrm>
              <a:custGeom>
                <a:avLst/>
                <a:gdLst>
                  <a:gd name="textAreaLeft" fmla="*/ 0 w 61200"/>
                  <a:gd name="textAreaRight" fmla="*/ 61560 w 61200"/>
                  <a:gd name="textAreaTop" fmla="*/ 0 h 145080"/>
                  <a:gd name="textAreaBottom" fmla="*/ 145440 h 145080"/>
                </a:gdLst>
                <a:ahLst/>
                <a:cxnLst/>
                <a:rect l="textAreaLeft" t="textAreaTop" r="textAreaRight" b="textAreaBottom"/>
                <a:pathLst>
                  <a:path w="82194" h="193933">
                    <a:moveTo>
                      <a:pt x="86427" y="186095"/>
                    </a:moveTo>
                    <a:cubicBezTo>
                      <a:pt x="79315" y="172309"/>
                      <a:pt x="69028" y="159914"/>
                      <a:pt x="60899" y="146624"/>
                    </a:cubicBezTo>
                    <a:cubicBezTo>
                      <a:pt x="52263" y="132400"/>
                      <a:pt x="44898" y="117401"/>
                      <a:pt x="38992" y="101818"/>
                    </a:cubicBezTo>
                    <a:cubicBezTo>
                      <a:pt x="27245" y="70652"/>
                      <a:pt x="23054" y="38890"/>
                      <a:pt x="18418" y="6124"/>
                    </a:cubicBezTo>
                    <a:cubicBezTo>
                      <a:pt x="17593" y="-125"/>
                      <a:pt x="8512" y="-607"/>
                      <a:pt x="7306" y="5768"/>
                    </a:cubicBezTo>
                    <a:cubicBezTo>
                      <a:pt x="1083" y="39391"/>
                      <a:pt x="8068" y="75866"/>
                      <a:pt x="19624" y="107641"/>
                    </a:cubicBezTo>
                    <a:cubicBezTo>
                      <a:pt x="25467" y="123541"/>
                      <a:pt x="32769" y="138966"/>
                      <a:pt x="41532" y="153450"/>
                    </a:cubicBezTo>
                    <a:cubicBezTo>
                      <a:pt x="50232" y="167788"/>
                      <a:pt x="61471" y="184565"/>
                      <a:pt x="75568" y="193995"/>
                    </a:cubicBezTo>
                    <a:cubicBezTo>
                      <a:pt x="80649" y="197373"/>
                      <a:pt x="89856" y="192845"/>
                      <a:pt x="86427" y="186095"/>
                    </a:cubicBezTo>
                    <a:close/>
                  </a:path>
                </a:pathLst>
              </a:custGeom>
              <a:solidFill>
                <a:srgbClr val="4C1937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68400" tIns="34200" rIns="68400" bIns="342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1" name="Google Shape;485;p30"/>
              <p:cNvSpPr/>
              <p:nvPr/>
            </p:nvSpPr>
            <p:spPr>
              <a:xfrm>
                <a:off x="7077600" y="1620360"/>
                <a:ext cx="668160" cy="952560"/>
              </a:xfrm>
              <a:custGeom>
                <a:avLst/>
                <a:gdLst>
                  <a:gd name="textAreaLeft" fmla="*/ 0 w 668160"/>
                  <a:gd name="textAreaRight" fmla="*/ 668520 w 668160"/>
                  <a:gd name="textAreaTop" fmla="*/ 0 h 952560"/>
                  <a:gd name="textAreaBottom" fmla="*/ 952920 h 952560"/>
                </a:gdLst>
                <a:ahLst/>
                <a:cxnLst/>
                <a:rect l="textAreaLeft" t="textAreaTop" r="textAreaRight" b="textAreaBottom"/>
                <a:pathLst>
                  <a:path w="891223" h="1270413">
                    <a:moveTo>
                      <a:pt x="895848" y="1394"/>
                    </a:moveTo>
                    <a:lnTo>
                      <a:pt x="891657" y="445221"/>
                    </a:lnTo>
                    <a:lnTo>
                      <a:pt x="889816" y="635404"/>
                    </a:lnTo>
                    <a:lnTo>
                      <a:pt x="662549" y="1107876"/>
                    </a:lnTo>
                    <a:cubicBezTo>
                      <a:pt x="213985" y="1496617"/>
                      <a:pt x="4625" y="1071967"/>
                      <a:pt x="4625" y="1071967"/>
                    </a:cubicBezTo>
                    <a:lnTo>
                      <a:pt x="112257" y="790871"/>
                    </a:lnTo>
                    <a:lnTo>
                      <a:pt x="123370" y="649844"/>
                    </a:lnTo>
                    <a:lnTo>
                      <a:pt x="166105" y="109033"/>
                    </a:lnTo>
                    <a:lnTo>
                      <a:pt x="895848" y="1394"/>
                    </a:lnTo>
                    <a:close/>
                  </a:path>
                </a:pathLst>
              </a:custGeom>
              <a:solidFill>
                <a:srgbClr val="F69380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68400" tIns="34200" rIns="68400" bIns="342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2" name="Google Shape;486;p30"/>
              <p:cNvSpPr/>
              <p:nvPr/>
            </p:nvSpPr>
            <p:spPr>
              <a:xfrm>
                <a:off x="7166880" y="1620360"/>
                <a:ext cx="578880" cy="565200"/>
              </a:xfrm>
              <a:custGeom>
                <a:avLst/>
                <a:gdLst>
                  <a:gd name="textAreaLeft" fmla="*/ 0 w 578880"/>
                  <a:gd name="textAreaRight" fmla="*/ 579240 w 578880"/>
                  <a:gd name="textAreaTop" fmla="*/ 0 h 565200"/>
                  <a:gd name="textAreaBottom" fmla="*/ 565560 h 565200"/>
                </a:gdLst>
                <a:ahLst/>
                <a:cxnLst/>
                <a:rect l="textAreaLeft" t="textAreaTop" r="textAreaRight" b="textAreaBottom"/>
                <a:pathLst>
                  <a:path w="772478" h="753975">
                    <a:moveTo>
                      <a:pt x="777133" y="1265"/>
                    </a:moveTo>
                    <a:lnTo>
                      <a:pt x="772942" y="445093"/>
                    </a:lnTo>
                    <a:cubicBezTo>
                      <a:pt x="639719" y="571197"/>
                      <a:pt x="422231" y="747258"/>
                      <a:pt x="238843" y="754916"/>
                    </a:cubicBezTo>
                    <a:cubicBezTo>
                      <a:pt x="123464" y="759729"/>
                      <a:pt x="50629" y="710402"/>
                      <a:pt x="4655" y="649715"/>
                    </a:cubicBezTo>
                    <a:lnTo>
                      <a:pt x="47390" y="108904"/>
                    </a:lnTo>
                    <a:lnTo>
                      <a:pt x="777133" y="1265"/>
                    </a:lnTo>
                    <a:close/>
                  </a:path>
                </a:pathLst>
              </a:custGeom>
              <a:solidFill>
                <a:srgbClr val="E2583E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68400" tIns="34200" rIns="68400" bIns="342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3" name="Google Shape;487;p30"/>
              <p:cNvSpPr/>
              <p:nvPr/>
            </p:nvSpPr>
            <p:spPr>
              <a:xfrm>
                <a:off x="6939000" y="871200"/>
                <a:ext cx="1008000" cy="1161720"/>
              </a:xfrm>
              <a:custGeom>
                <a:avLst/>
                <a:gdLst>
                  <a:gd name="textAreaLeft" fmla="*/ 0 w 1008000"/>
                  <a:gd name="textAreaRight" fmla="*/ 1008360 w 1008000"/>
                  <a:gd name="textAreaTop" fmla="*/ 0 h 1161720"/>
                  <a:gd name="textAreaBottom" fmla="*/ 1162080 h 1161720"/>
                </a:gdLst>
                <a:ahLst/>
                <a:cxnLst/>
                <a:rect l="textAreaLeft" t="textAreaTop" r="textAreaRight" b="textAreaBottom"/>
                <a:pathLst>
                  <a:path w="1344635" h="1549606">
                    <a:moveTo>
                      <a:pt x="297345" y="966"/>
                    </a:moveTo>
                    <a:cubicBezTo>
                      <a:pt x="297345" y="966"/>
                      <a:pt x="387071" y="183382"/>
                      <a:pt x="509690" y="222257"/>
                    </a:cubicBezTo>
                    <a:cubicBezTo>
                      <a:pt x="632308" y="261138"/>
                      <a:pt x="769850" y="198337"/>
                      <a:pt x="832651" y="225254"/>
                    </a:cubicBezTo>
                    <a:cubicBezTo>
                      <a:pt x="895453" y="252166"/>
                      <a:pt x="919393" y="440570"/>
                      <a:pt x="994131" y="515335"/>
                    </a:cubicBezTo>
                    <a:cubicBezTo>
                      <a:pt x="1068935" y="590094"/>
                      <a:pt x="1116750" y="631959"/>
                      <a:pt x="1116750" y="631959"/>
                    </a:cubicBezTo>
                    <a:cubicBezTo>
                      <a:pt x="1116750" y="631959"/>
                      <a:pt x="1203492" y="497390"/>
                      <a:pt x="1314172" y="587103"/>
                    </a:cubicBezTo>
                    <a:cubicBezTo>
                      <a:pt x="1424789" y="676816"/>
                      <a:pt x="1251370" y="942970"/>
                      <a:pt x="1107797" y="925031"/>
                    </a:cubicBezTo>
                    <a:cubicBezTo>
                      <a:pt x="1107797" y="925031"/>
                      <a:pt x="1068935" y="1218103"/>
                      <a:pt x="988163" y="1292868"/>
                    </a:cubicBezTo>
                    <a:cubicBezTo>
                      <a:pt x="907454" y="1367627"/>
                      <a:pt x="608369" y="1562013"/>
                      <a:pt x="482766" y="1550043"/>
                    </a:cubicBezTo>
                    <a:cubicBezTo>
                      <a:pt x="357163" y="1538086"/>
                      <a:pt x="176378" y="1341268"/>
                      <a:pt x="150851" y="1274923"/>
                    </a:cubicBezTo>
                    <a:cubicBezTo>
                      <a:pt x="46140" y="1002781"/>
                      <a:pt x="25248" y="772517"/>
                      <a:pt x="7278" y="566173"/>
                    </a:cubicBezTo>
                    <a:cubicBezTo>
                      <a:pt x="-10630" y="359824"/>
                      <a:pt x="67094" y="195346"/>
                      <a:pt x="111989" y="135535"/>
                    </a:cubicBezTo>
                    <a:cubicBezTo>
                      <a:pt x="156820" y="75724"/>
                      <a:pt x="297345" y="966"/>
                      <a:pt x="297345" y="966"/>
                    </a:cubicBezTo>
                    <a:close/>
                  </a:path>
                </a:pathLst>
              </a:custGeom>
              <a:solidFill>
                <a:srgbClr val="F69380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68400" tIns="34200" rIns="68400" bIns="342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4" name="Google Shape;488;p30"/>
              <p:cNvSpPr/>
              <p:nvPr/>
            </p:nvSpPr>
            <p:spPr>
              <a:xfrm>
                <a:off x="7050240" y="1858320"/>
                <a:ext cx="2090880" cy="3285000"/>
              </a:xfrm>
              <a:custGeom>
                <a:avLst/>
                <a:gdLst>
                  <a:gd name="textAreaLeft" fmla="*/ 0 w 2090880"/>
                  <a:gd name="textAreaRight" fmla="*/ 2091240 w 2090880"/>
                  <a:gd name="textAreaTop" fmla="*/ 0 h 3285000"/>
                  <a:gd name="textAreaBottom" fmla="*/ 3285360 h 3285000"/>
                </a:gdLst>
                <a:ahLst/>
                <a:cxnLst/>
                <a:rect l="textAreaLeft" t="textAreaTop" r="textAreaRight" b="textAreaBottom"/>
                <a:pathLst>
                  <a:path w="2788196" h="4380455">
                    <a:moveTo>
                      <a:pt x="1728471" y="2388749"/>
                    </a:moveTo>
                    <a:cubicBezTo>
                      <a:pt x="1728471" y="2388749"/>
                      <a:pt x="1955738" y="2729661"/>
                      <a:pt x="1961643" y="2789485"/>
                    </a:cubicBezTo>
                    <a:cubicBezTo>
                      <a:pt x="1967676" y="2849302"/>
                      <a:pt x="1644714" y="3076581"/>
                      <a:pt x="1644714" y="3076581"/>
                    </a:cubicBezTo>
                    <a:cubicBezTo>
                      <a:pt x="1632714" y="2921038"/>
                      <a:pt x="1728471" y="2388749"/>
                      <a:pt x="1728471" y="2388749"/>
                    </a:cubicBezTo>
                    <a:close/>
                    <a:moveTo>
                      <a:pt x="1866393" y="4382784"/>
                    </a:moveTo>
                    <a:cubicBezTo>
                      <a:pt x="1807974" y="4154691"/>
                      <a:pt x="1758380" y="3973716"/>
                      <a:pt x="1758380" y="3973716"/>
                    </a:cubicBezTo>
                    <a:cubicBezTo>
                      <a:pt x="1758380" y="3973716"/>
                      <a:pt x="2781112" y="3238043"/>
                      <a:pt x="2793050" y="3016764"/>
                    </a:cubicBezTo>
                    <a:cubicBezTo>
                      <a:pt x="2805052" y="2795479"/>
                      <a:pt x="2338453" y="1467636"/>
                      <a:pt x="2003553" y="893519"/>
                    </a:cubicBezTo>
                    <a:cubicBezTo>
                      <a:pt x="1744092" y="448669"/>
                      <a:pt x="1348170" y="308989"/>
                      <a:pt x="1183006" y="268583"/>
                    </a:cubicBezTo>
                    <a:cubicBezTo>
                      <a:pt x="1161035" y="263218"/>
                      <a:pt x="1143191" y="259592"/>
                      <a:pt x="1130238" y="257223"/>
                    </a:cubicBezTo>
                    <a:cubicBezTo>
                      <a:pt x="1124459" y="256195"/>
                      <a:pt x="1119633" y="255407"/>
                      <a:pt x="1115887" y="254855"/>
                    </a:cubicBezTo>
                    <a:lnTo>
                      <a:pt x="1115823" y="254855"/>
                    </a:lnTo>
                    <a:cubicBezTo>
                      <a:pt x="1109664" y="253909"/>
                      <a:pt x="1106425" y="253515"/>
                      <a:pt x="1106425" y="253515"/>
                    </a:cubicBezTo>
                    <a:cubicBezTo>
                      <a:pt x="1105282" y="248384"/>
                      <a:pt x="1103821" y="243336"/>
                      <a:pt x="1102170" y="238205"/>
                    </a:cubicBezTo>
                    <a:cubicBezTo>
                      <a:pt x="1065087" y="117853"/>
                      <a:pt x="933006" y="2328"/>
                      <a:pt x="933006" y="2328"/>
                    </a:cubicBezTo>
                    <a:lnTo>
                      <a:pt x="926974" y="319326"/>
                    </a:lnTo>
                    <a:cubicBezTo>
                      <a:pt x="926974" y="319326"/>
                      <a:pt x="705676" y="582439"/>
                      <a:pt x="574040" y="833702"/>
                    </a:cubicBezTo>
                    <a:cubicBezTo>
                      <a:pt x="474218" y="1024291"/>
                      <a:pt x="233236" y="1727904"/>
                      <a:pt x="109728" y="2419444"/>
                    </a:cubicBezTo>
                    <a:lnTo>
                      <a:pt x="109728" y="2419521"/>
                    </a:lnTo>
                    <a:cubicBezTo>
                      <a:pt x="106616" y="2436177"/>
                      <a:pt x="103823" y="2452827"/>
                      <a:pt x="100965" y="2469476"/>
                    </a:cubicBezTo>
                    <a:cubicBezTo>
                      <a:pt x="66294" y="2672448"/>
                      <a:pt x="42418" y="2873209"/>
                      <a:pt x="35750" y="3058592"/>
                    </a:cubicBezTo>
                    <a:cubicBezTo>
                      <a:pt x="21844" y="3445732"/>
                      <a:pt x="11811" y="3952126"/>
                      <a:pt x="5080" y="4382784"/>
                    </a:cubicBezTo>
                    <a:lnTo>
                      <a:pt x="1866393" y="4382784"/>
                    </a:ln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68400" tIns="34200" rIns="68400" bIns="342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5" name="Google Shape;489;p30"/>
              <p:cNvSpPr/>
              <p:nvPr/>
            </p:nvSpPr>
            <p:spPr>
              <a:xfrm>
                <a:off x="6120360" y="2010600"/>
                <a:ext cx="1046520" cy="3132360"/>
              </a:xfrm>
              <a:custGeom>
                <a:avLst/>
                <a:gdLst>
                  <a:gd name="textAreaLeft" fmla="*/ 0 w 1046520"/>
                  <a:gd name="textAreaRight" fmla="*/ 1046880 w 1046520"/>
                  <a:gd name="textAreaTop" fmla="*/ 0 h 3132360"/>
                  <a:gd name="textAreaBottom" fmla="*/ 3132720 h 3132360"/>
                </a:gdLst>
                <a:ahLst/>
                <a:cxnLst/>
                <a:rect l="textAreaLeft" t="textAreaTop" r="textAreaRight" b="textAreaBottom"/>
                <a:pathLst>
                  <a:path w="1395934" h="4177096">
                    <a:moveTo>
                      <a:pt x="449008" y="3447390"/>
                    </a:moveTo>
                    <a:lnTo>
                      <a:pt x="410337" y="4179475"/>
                    </a:lnTo>
                    <a:lnTo>
                      <a:pt x="826262" y="4179475"/>
                    </a:lnTo>
                    <a:cubicBezTo>
                      <a:pt x="848424" y="3584099"/>
                      <a:pt x="888493" y="2810459"/>
                      <a:pt x="957390" y="2305074"/>
                    </a:cubicBezTo>
                    <a:cubicBezTo>
                      <a:pt x="959930" y="2286526"/>
                      <a:pt x="962533" y="2267991"/>
                      <a:pt x="965200" y="2249284"/>
                    </a:cubicBezTo>
                    <a:cubicBezTo>
                      <a:pt x="969581" y="2218746"/>
                      <a:pt x="974154" y="2188044"/>
                      <a:pt x="978853" y="2157183"/>
                    </a:cubicBezTo>
                    <a:cubicBezTo>
                      <a:pt x="1114553" y="1269700"/>
                      <a:pt x="1388047" y="277486"/>
                      <a:pt x="1388047" y="277486"/>
                    </a:cubicBezTo>
                    <a:lnTo>
                      <a:pt x="1400049" y="2378"/>
                    </a:lnTo>
                    <a:cubicBezTo>
                      <a:pt x="1325309" y="7751"/>
                      <a:pt x="1169607" y="222635"/>
                      <a:pt x="1136968" y="268799"/>
                    </a:cubicBezTo>
                    <a:cubicBezTo>
                      <a:pt x="1132968" y="274406"/>
                      <a:pt x="1130872" y="277486"/>
                      <a:pt x="1130872" y="277486"/>
                    </a:cubicBezTo>
                    <a:cubicBezTo>
                      <a:pt x="1130872" y="277486"/>
                      <a:pt x="1124078" y="279925"/>
                      <a:pt x="1111695" y="284820"/>
                    </a:cubicBezTo>
                    <a:cubicBezTo>
                      <a:pt x="1087374" y="294529"/>
                      <a:pt x="1041782" y="314100"/>
                      <a:pt x="984694" y="344479"/>
                    </a:cubicBezTo>
                    <a:cubicBezTo>
                      <a:pt x="957072" y="359084"/>
                      <a:pt x="926782" y="376286"/>
                      <a:pt x="894843" y="396174"/>
                    </a:cubicBezTo>
                    <a:cubicBezTo>
                      <a:pt x="767398" y="475562"/>
                      <a:pt x="614934" y="597095"/>
                      <a:pt x="508825" y="767948"/>
                    </a:cubicBezTo>
                    <a:cubicBezTo>
                      <a:pt x="293560" y="1114861"/>
                      <a:pt x="-113157" y="2322994"/>
                      <a:pt x="36385" y="2939008"/>
                    </a:cubicBezTo>
                    <a:cubicBezTo>
                      <a:pt x="185928" y="3555111"/>
                      <a:pt x="449008" y="3447390"/>
                      <a:pt x="449008" y="344739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68400" tIns="34200" rIns="68400" bIns="342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6" name="Google Shape;490;p30"/>
              <p:cNvSpPr/>
              <p:nvPr/>
            </p:nvSpPr>
            <p:spPr>
              <a:xfrm>
                <a:off x="7788960" y="1372680"/>
                <a:ext cx="97920" cy="119880"/>
              </a:xfrm>
              <a:custGeom>
                <a:avLst/>
                <a:gdLst>
                  <a:gd name="textAreaLeft" fmla="*/ 0 w 97920"/>
                  <a:gd name="textAreaRight" fmla="*/ 98280 w 97920"/>
                  <a:gd name="textAreaTop" fmla="*/ 0 h 119880"/>
                  <a:gd name="textAreaBottom" fmla="*/ 120240 h 119880"/>
                </a:gdLst>
                <a:ahLst/>
                <a:cxnLst/>
                <a:rect l="textAreaLeft" t="textAreaTop" r="textAreaRight" b="textAreaBottom"/>
                <a:pathLst>
                  <a:path w="130968" h="160470">
                    <a:moveTo>
                      <a:pt x="96452" y="43424"/>
                    </a:moveTo>
                    <a:cubicBezTo>
                      <a:pt x="108517" y="32743"/>
                      <a:pt x="121852" y="23282"/>
                      <a:pt x="133536" y="12233"/>
                    </a:cubicBezTo>
                    <a:cubicBezTo>
                      <a:pt x="138743" y="7324"/>
                      <a:pt x="134616" y="-683"/>
                      <a:pt x="127504" y="1247"/>
                    </a:cubicBezTo>
                    <a:cubicBezTo>
                      <a:pt x="111311" y="5635"/>
                      <a:pt x="95563" y="16195"/>
                      <a:pt x="82736" y="26787"/>
                    </a:cubicBezTo>
                    <a:cubicBezTo>
                      <a:pt x="69655" y="37652"/>
                      <a:pt x="57717" y="50295"/>
                      <a:pt x="47176" y="63662"/>
                    </a:cubicBezTo>
                    <a:cubicBezTo>
                      <a:pt x="36635" y="77066"/>
                      <a:pt x="27491" y="91608"/>
                      <a:pt x="19808" y="106854"/>
                    </a:cubicBezTo>
                    <a:cubicBezTo>
                      <a:pt x="16124" y="114252"/>
                      <a:pt x="12949" y="121910"/>
                      <a:pt x="10283" y="129765"/>
                    </a:cubicBezTo>
                    <a:cubicBezTo>
                      <a:pt x="7743" y="137341"/>
                      <a:pt x="3678" y="147602"/>
                      <a:pt x="5266" y="155641"/>
                    </a:cubicBezTo>
                    <a:cubicBezTo>
                      <a:pt x="6346" y="161458"/>
                      <a:pt x="12822" y="163382"/>
                      <a:pt x="16886" y="159108"/>
                    </a:cubicBezTo>
                    <a:cubicBezTo>
                      <a:pt x="22157" y="153673"/>
                      <a:pt x="24760" y="144396"/>
                      <a:pt x="27872" y="137576"/>
                    </a:cubicBezTo>
                    <a:cubicBezTo>
                      <a:pt x="30984" y="130743"/>
                      <a:pt x="34349" y="124006"/>
                      <a:pt x="37842" y="117351"/>
                    </a:cubicBezTo>
                    <a:cubicBezTo>
                      <a:pt x="39683" y="113858"/>
                      <a:pt x="41588" y="110417"/>
                      <a:pt x="43557" y="107026"/>
                    </a:cubicBezTo>
                    <a:cubicBezTo>
                      <a:pt x="45144" y="106632"/>
                      <a:pt x="46668" y="105921"/>
                      <a:pt x="48446" y="104987"/>
                    </a:cubicBezTo>
                    <a:cubicBezTo>
                      <a:pt x="51748" y="103267"/>
                      <a:pt x="54923" y="101451"/>
                      <a:pt x="58161" y="99723"/>
                    </a:cubicBezTo>
                    <a:cubicBezTo>
                      <a:pt x="65210" y="96008"/>
                      <a:pt x="72259" y="92452"/>
                      <a:pt x="79561" y="89385"/>
                    </a:cubicBezTo>
                    <a:cubicBezTo>
                      <a:pt x="86673" y="86414"/>
                      <a:pt x="93975" y="83874"/>
                      <a:pt x="101278" y="81410"/>
                    </a:cubicBezTo>
                    <a:cubicBezTo>
                      <a:pt x="108644" y="78927"/>
                      <a:pt x="116709" y="77651"/>
                      <a:pt x="123821" y="74552"/>
                    </a:cubicBezTo>
                    <a:cubicBezTo>
                      <a:pt x="129599" y="72031"/>
                      <a:pt x="129218" y="62874"/>
                      <a:pt x="122487" y="61884"/>
                    </a:cubicBezTo>
                    <a:cubicBezTo>
                      <a:pt x="114867" y="60766"/>
                      <a:pt x="106739" y="62328"/>
                      <a:pt x="99246" y="63846"/>
                    </a:cubicBezTo>
                    <a:cubicBezTo>
                      <a:pt x="91372" y="65440"/>
                      <a:pt x="83625" y="67706"/>
                      <a:pt x="76196" y="70761"/>
                    </a:cubicBezTo>
                    <a:cubicBezTo>
                      <a:pt x="72576" y="72259"/>
                      <a:pt x="68957" y="73879"/>
                      <a:pt x="65464" y="75644"/>
                    </a:cubicBezTo>
                    <a:cubicBezTo>
                      <a:pt x="74862" y="64005"/>
                      <a:pt x="85212" y="53330"/>
                      <a:pt x="96452" y="43424"/>
                    </a:cubicBezTo>
                    <a:close/>
                  </a:path>
                </a:pathLst>
              </a:custGeom>
              <a:solidFill>
                <a:srgbClr val="E2583E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68400" tIns="34200" rIns="68400" bIns="342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7" name="Google Shape;491;p30"/>
              <p:cNvSpPr/>
              <p:nvPr/>
            </p:nvSpPr>
            <p:spPr>
              <a:xfrm>
                <a:off x="7274160" y="4452480"/>
                <a:ext cx="965160" cy="487440"/>
              </a:xfrm>
              <a:custGeom>
                <a:avLst/>
                <a:gdLst>
                  <a:gd name="textAreaLeft" fmla="*/ 0 w 965160"/>
                  <a:gd name="textAreaRight" fmla="*/ 965520 w 965160"/>
                  <a:gd name="textAreaTop" fmla="*/ 0 h 487440"/>
                  <a:gd name="textAreaBottom" fmla="*/ 487800 h 487440"/>
                </a:gdLst>
                <a:ahLst/>
                <a:cxnLst/>
                <a:rect l="textAreaLeft" t="textAreaTop" r="textAreaRight" b="textAreaBottom"/>
                <a:pathLst>
                  <a:path w="1287250" h="650207">
                    <a:moveTo>
                      <a:pt x="889388" y="3123"/>
                    </a:moveTo>
                    <a:cubicBezTo>
                      <a:pt x="889388" y="3123"/>
                      <a:pt x="508578" y="168597"/>
                      <a:pt x="468700" y="202487"/>
                    </a:cubicBezTo>
                    <a:cubicBezTo>
                      <a:pt x="428822" y="236384"/>
                      <a:pt x="28137" y="581290"/>
                      <a:pt x="6165" y="621168"/>
                    </a:cubicBezTo>
                    <a:cubicBezTo>
                      <a:pt x="-15742" y="661047"/>
                      <a:pt x="241433" y="700925"/>
                      <a:pt x="442792" y="495565"/>
                    </a:cubicBezTo>
                    <a:cubicBezTo>
                      <a:pt x="442792" y="495565"/>
                      <a:pt x="987051" y="533412"/>
                      <a:pt x="1292105" y="485596"/>
                    </a:cubicBezTo>
                    <a:lnTo>
                      <a:pt x="889388" y="3123"/>
                    </a:lnTo>
                    <a:close/>
                  </a:path>
                </a:pathLst>
              </a:custGeom>
              <a:solidFill>
                <a:srgbClr val="F69380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68400" tIns="34200" rIns="68400" bIns="342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8" name="Google Shape;492;p30"/>
              <p:cNvSpPr/>
              <p:nvPr/>
            </p:nvSpPr>
            <p:spPr>
              <a:xfrm>
                <a:off x="5413680" y="2710440"/>
                <a:ext cx="1538280" cy="1681920"/>
              </a:xfrm>
              <a:custGeom>
                <a:avLst/>
                <a:gdLst>
                  <a:gd name="textAreaLeft" fmla="*/ 0 w 1538280"/>
                  <a:gd name="textAreaRight" fmla="*/ 1538640 w 1538280"/>
                  <a:gd name="textAreaTop" fmla="*/ 0 h 1681920"/>
                  <a:gd name="textAreaBottom" fmla="*/ 1682280 h 1681920"/>
                </a:gdLst>
                <a:ahLst/>
                <a:cxnLst/>
                <a:rect l="textAreaLeft" t="textAreaTop" r="textAreaRight" b="textAreaBottom"/>
                <a:pathLst>
                  <a:path w="2051496" h="2242878">
                    <a:moveTo>
                      <a:pt x="3808" y="2361"/>
                    </a:moveTo>
                    <a:lnTo>
                      <a:pt x="470343" y="211702"/>
                    </a:lnTo>
                    <a:lnTo>
                      <a:pt x="2055305" y="2245240"/>
                    </a:lnTo>
                    <a:lnTo>
                      <a:pt x="1600708" y="2131607"/>
                    </a:lnTo>
                    <a:lnTo>
                      <a:pt x="3808" y="236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68400" tIns="34200" rIns="68400" bIns="342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9" name="Google Shape;493;p30"/>
              <p:cNvSpPr/>
              <p:nvPr/>
            </p:nvSpPr>
            <p:spPr>
              <a:xfrm>
                <a:off x="6473880" y="2748240"/>
                <a:ext cx="141840" cy="1092600"/>
              </a:xfrm>
              <a:custGeom>
                <a:avLst/>
                <a:gdLst>
                  <a:gd name="textAreaLeft" fmla="*/ 0 w 141840"/>
                  <a:gd name="textAreaRight" fmla="*/ 142200 w 141840"/>
                  <a:gd name="textAreaTop" fmla="*/ 0 h 1092600"/>
                  <a:gd name="textAreaBottom" fmla="*/ 1092960 h 1092600"/>
                </a:gdLst>
                <a:ahLst/>
                <a:cxnLst/>
                <a:rect l="textAreaLeft" t="textAreaTop" r="textAreaRight" b="textAreaBottom"/>
                <a:pathLst>
                  <a:path w="189462" h="1457160">
                    <a:moveTo>
                      <a:pt x="183546" y="5317"/>
                    </a:moveTo>
                    <a:cubicBezTo>
                      <a:pt x="108235" y="181574"/>
                      <a:pt x="61499" y="371242"/>
                      <a:pt x="33306" y="560466"/>
                    </a:cubicBezTo>
                    <a:cubicBezTo>
                      <a:pt x="5175" y="749372"/>
                      <a:pt x="-3842" y="941923"/>
                      <a:pt x="11398" y="1132411"/>
                    </a:cubicBezTo>
                    <a:cubicBezTo>
                      <a:pt x="19970" y="1240500"/>
                      <a:pt x="33051" y="1348222"/>
                      <a:pt x="55531" y="1454388"/>
                    </a:cubicBezTo>
                    <a:cubicBezTo>
                      <a:pt x="57055" y="1461570"/>
                      <a:pt x="68357" y="1460757"/>
                      <a:pt x="67151" y="1453251"/>
                    </a:cubicBezTo>
                    <a:cubicBezTo>
                      <a:pt x="51720" y="1359398"/>
                      <a:pt x="39465" y="1265120"/>
                      <a:pt x="32734" y="1170225"/>
                    </a:cubicBezTo>
                    <a:cubicBezTo>
                      <a:pt x="26003" y="1075388"/>
                      <a:pt x="25177" y="979890"/>
                      <a:pt x="27781" y="884875"/>
                    </a:cubicBezTo>
                    <a:cubicBezTo>
                      <a:pt x="32988" y="694438"/>
                      <a:pt x="58959" y="504840"/>
                      <a:pt x="103092" y="319572"/>
                    </a:cubicBezTo>
                    <a:cubicBezTo>
                      <a:pt x="128111" y="214682"/>
                      <a:pt x="159480" y="111965"/>
                      <a:pt x="193198" y="9603"/>
                    </a:cubicBezTo>
                    <a:cubicBezTo>
                      <a:pt x="195294" y="3291"/>
                      <a:pt x="186277" y="-1053"/>
                      <a:pt x="183546" y="5317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68400" tIns="34200" rIns="68400" bIns="342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0" name="Google Shape;494;p30"/>
              <p:cNvSpPr/>
              <p:nvPr/>
            </p:nvSpPr>
            <p:spPr>
              <a:xfrm>
                <a:off x="6706800" y="2208240"/>
                <a:ext cx="280440" cy="1487520"/>
              </a:xfrm>
              <a:custGeom>
                <a:avLst/>
                <a:gdLst>
                  <a:gd name="textAreaLeft" fmla="*/ 0 w 280440"/>
                  <a:gd name="textAreaRight" fmla="*/ 280800 w 280440"/>
                  <a:gd name="textAreaTop" fmla="*/ 0 h 1487520"/>
                  <a:gd name="textAreaBottom" fmla="*/ 1487880 h 1487520"/>
                </a:gdLst>
                <a:ahLst/>
                <a:cxnLst/>
                <a:rect l="textAreaLeft" t="textAreaTop" r="textAreaRight" b="textAreaBottom"/>
                <a:pathLst>
                  <a:path w="374521" h="1983708">
                    <a:moveTo>
                      <a:pt x="41533" y="803586"/>
                    </a:moveTo>
                    <a:cubicBezTo>
                      <a:pt x="28325" y="828764"/>
                      <a:pt x="23817" y="855987"/>
                      <a:pt x="26293" y="884238"/>
                    </a:cubicBezTo>
                    <a:cubicBezTo>
                      <a:pt x="28770" y="914146"/>
                      <a:pt x="37406" y="942950"/>
                      <a:pt x="45534" y="971677"/>
                    </a:cubicBezTo>
                    <a:cubicBezTo>
                      <a:pt x="53662" y="1000322"/>
                      <a:pt x="61472" y="1029126"/>
                      <a:pt x="68966" y="1057936"/>
                    </a:cubicBezTo>
                    <a:cubicBezTo>
                      <a:pt x="98874" y="1172909"/>
                      <a:pt x="124020" y="1289076"/>
                      <a:pt x="144086" y="1406113"/>
                    </a:cubicBezTo>
                    <a:cubicBezTo>
                      <a:pt x="171899" y="1567498"/>
                      <a:pt x="189869" y="1730217"/>
                      <a:pt x="197426" y="1893571"/>
                    </a:cubicBezTo>
                    <a:cubicBezTo>
                      <a:pt x="192727" y="1924432"/>
                      <a:pt x="188155" y="1955134"/>
                      <a:pt x="183773" y="1985672"/>
                    </a:cubicBezTo>
                    <a:cubicBezTo>
                      <a:pt x="180027" y="1895000"/>
                      <a:pt x="173550" y="1804322"/>
                      <a:pt x="164596" y="1714120"/>
                    </a:cubicBezTo>
                    <a:cubicBezTo>
                      <a:pt x="140403" y="1471055"/>
                      <a:pt x="95890" y="1230211"/>
                      <a:pt x="30167" y="994963"/>
                    </a:cubicBezTo>
                    <a:cubicBezTo>
                      <a:pt x="14863" y="940346"/>
                      <a:pt x="-6155" y="881552"/>
                      <a:pt x="10165" y="824649"/>
                    </a:cubicBezTo>
                    <a:cubicBezTo>
                      <a:pt x="24960" y="773202"/>
                      <a:pt x="66044" y="734136"/>
                      <a:pt x="102176" y="696811"/>
                    </a:cubicBezTo>
                    <a:cubicBezTo>
                      <a:pt x="177614" y="618839"/>
                      <a:pt x="258068" y="546081"/>
                      <a:pt x="342524" y="478053"/>
                    </a:cubicBezTo>
                    <a:cubicBezTo>
                      <a:pt x="265244" y="467087"/>
                      <a:pt x="188028" y="456038"/>
                      <a:pt x="110812" y="444754"/>
                    </a:cubicBezTo>
                    <a:cubicBezTo>
                      <a:pt x="103446" y="443649"/>
                      <a:pt x="99954" y="435839"/>
                      <a:pt x="102493" y="429368"/>
                    </a:cubicBezTo>
                    <a:cubicBezTo>
                      <a:pt x="115638" y="395275"/>
                      <a:pt x="129735" y="361575"/>
                      <a:pt x="144975" y="328428"/>
                    </a:cubicBezTo>
                    <a:cubicBezTo>
                      <a:pt x="171455" y="270586"/>
                      <a:pt x="201172" y="214242"/>
                      <a:pt x="234129" y="159867"/>
                    </a:cubicBezTo>
                    <a:cubicBezTo>
                      <a:pt x="250321" y="133191"/>
                      <a:pt x="267149" y="106991"/>
                      <a:pt x="284739" y="81267"/>
                    </a:cubicBezTo>
                    <a:cubicBezTo>
                      <a:pt x="298899" y="60509"/>
                      <a:pt x="314583" y="40862"/>
                      <a:pt x="330268" y="21208"/>
                    </a:cubicBezTo>
                    <a:cubicBezTo>
                      <a:pt x="334586" y="15767"/>
                      <a:pt x="338967" y="10401"/>
                      <a:pt x="343286" y="4952"/>
                    </a:cubicBezTo>
                    <a:cubicBezTo>
                      <a:pt x="346968" y="292"/>
                      <a:pt x="352620" y="1638"/>
                      <a:pt x="355541" y="5187"/>
                    </a:cubicBezTo>
                    <a:cubicBezTo>
                      <a:pt x="357573" y="7715"/>
                      <a:pt x="358208" y="11423"/>
                      <a:pt x="355668" y="14820"/>
                    </a:cubicBezTo>
                    <a:cubicBezTo>
                      <a:pt x="331729" y="47332"/>
                      <a:pt x="309821" y="81343"/>
                      <a:pt x="287787" y="115119"/>
                    </a:cubicBezTo>
                    <a:cubicBezTo>
                      <a:pt x="265625" y="149129"/>
                      <a:pt x="244543" y="183934"/>
                      <a:pt x="224731" y="219367"/>
                    </a:cubicBezTo>
                    <a:cubicBezTo>
                      <a:pt x="187838" y="285654"/>
                      <a:pt x="155516" y="354317"/>
                      <a:pt x="127893" y="424948"/>
                    </a:cubicBezTo>
                    <a:cubicBezTo>
                      <a:pt x="208666" y="436626"/>
                      <a:pt x="289374" y="448539"/>
                      <a:pt x="370019" y="460457"/>
                    </a:cubicBezTo>
                    <a:cubicBezTo>
                      <a:pt x="379354" y="461873"/>
                      <a:pt x="381703" y="474110"/>
                      <a:pt x="374718" y="479634"/>
                    </a:cubicBezTo>
                    <a:cubicBezTo>
                      <a:pt x="273181" y="558946"/>
                      <a:pt x="177487" y="646303"/>
                      <a:pt x="89729" y="740613"/>
                    </a:cubicBezTo>
                    <a:cubicBezTo>
                      <a:pt x="71823" y="759866"/>
                      <a:pt x="53916" y="780072"/>
                      <a:pt x="41533" y="803586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68400" tIns="34200" rIns="68400" bIns="342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1" name="Google Shape;495;p30"/>
              <p:cNvSpPr/>
              <p:nvPr/>
            </p:nvSpPr>
            <p:spPr>
              <a:xfrm>
                <a:off x="7122240" y="2032920"/>
                <a:ext cx="777960" cy="1675080"/>
              </a:xfrm>
              <a:custGeom>
                <a:avLst/>
                <a:gdLst>
                  <a:gd name="textAreaLeft" fmla="*/ 0 w 777960"/>
                  <a:gd name="textAreaRight" fmla="*/ 778320 w 777960"/>
                  <a:gd name="textAreaTop" fmla="*/ 0 h 1675080"/>
                  <a:gd name="textAreaBottom" fmla="*/ 1675440 h 1675080"/>
                </a:gdLst>
                <a:ahLst/>
                <a:cxnLst/>
                <a:rect l="textAreaLeft" t="textAreaTop" r="textAreaRight" b="textAreaBottom"/>
                <a:pathLst>
                  <a:path w="1037691" h="2233926">
                    <a:moveTo>
                      <a:pt x="1018787" y="713542"/>
                    </a:moveTo>
                    <a:cubicBezTo>
                      <a:pt x="1018215" y="718120"/>
                      <a:pt x="1013644" y="722699"/>
                      <a:pt x="1009008" y="722781"/>
                    </a:cubicBezTo>
                    <a:cubicBezTo>
                      <a:pt x="847020" y="725619"/>
                      <a:pt x="685158" y="728147"/>
                      <a:pt x="523296" y="730751"/>
                    </a:cubicBezTo>
                    <a:cubicBezTo>
                      <a:pt x="657091" y="858830"/>
                      <a:pt x="790886" y="987068"/>
                      <a:pt x="924934" y="1114913"/>
                    </a:cubicBezTo>
                    <a:cubicBezTo>
                      <a:pt x="929062" y="1118856"/>
                      <a:pt x="931348" y="1126432"/>
                      <a:pt x="926776" y="1131093"/>
                    </a:cubicBezTo>
                    <a:cubicBezTo>
                      <a:pt x="831272" y="1226661"/>
                      <a:pt x="738053" y="1324355"/>
                      <a:pt x="647439" y="1424501"/>
                    </a:cubicBezTo>
                    <a:cubicBezTo>
                      <a:pt x="486847" y="1601984"/>
                      <a:pt x="334574" y="1786966"/>
                      <a:pt x="190620" y="1978177"/>
                    </a:cubicBezTo>
                    <a:cubicBezTo>
                      <a:pt x="126929" y="2062854"/>
                      <a:pt x="64889" y="2148719"/>
                      <a:pt x="4691" y="2235835"/>
                    </a:cubicBezTo>
                    <a:cubicBezTo>
                      <a:pt x="7549" y="2219185"/>
                      <a:pt x="10343" y="2202536"/>
                      <a:pt x="13454" y="2185880"/>
                    </a:cubicBezTo>
                    <a:lnTo>
                      <a:pt x="13454" y="2185803"/>
                    </a:lnTo>
                    <a:cubicBezTo>
                      <a:pt x="141471" y="2001298"/>
                      <a:pt x="277107" y="1822240"/>
                      <a:pt x="420871" y="1649647"/>
                    </a:cubicBezTo>
                    <a:cubicBezTo>
                      <a:pt x="572827" y="1467192"/>
                      <a:pt x="733101" y="1291602"/>
                      <a:pt x="901312" y="1124146"/>
                    </a:cubicBezTo>
                    <a:cubicBezTo>
                      <a:pt x="764089" y="992117"/>
                      <a:pt x="626484" y="860487"/>
                      <a:pt x="488943" y="728700"/>
                    </a:cubicBezTo>
                    <a:cubicBezTo>
                      <a:pt x="482529" y="722622"/>
                      <a:pt x="484117" y="708963"/>
                      <a:pt x="494848" y="708811"/>
                    </a:cubicBezTo>
                    <a:cubicBezTo>
                      <a:pt x="662615" y="706125"/>
                      <a:pt x="830383" y="703287"/>
                      <a:pt x="998086" y="700918"/>
                    </a:cubicBezTo>
                    <a:cubicBezTo>
                      <a:pt x="1004373" y="652703"/>
                      <a:pt x="1009579" y="604246"/>
                      <a:pt x="1013390" y="555795"/>
                    </a:cubicBezTo>
                    <a:cubicBezTo>
                      <a:pt x="1027551" y="373734"/>
                      <a:pt x="1022661" y="190251"/>
                      <a:pt x="1004944" y="8666"/>
                    </a:cubicBezTo>
                    <a:cubicBezTo>
                      <a:pt x="1004817" y="7009"/>
                      <a:pt x="1005198" y="5592"/>
                      <a:pt x="1005897" y="4564"/>
                    </a:cubicBezTo>
                    <a:cubicBezTo>
                      <a:pt x="1008754" y="379"/>
                      <a:pt x="1016628" y="1008"/>
                      <a:pt x="1017581" y="7402"/>
                    </a:cubicBezTo>
                    <a:cubicBezTo>
                      <a:pt x="1018279" y="11981"/>
                      <a:pt x="1018915" y="16635"/>
                      <a:pt x="1019549" y="21214"/>
                    </a:cubicBezTo>
                    <a:lnTo>
                      <a:pt x="1019613" y="21214"/>
                    </a:lnTo>
                    <a:cubicBezTo>
                      <a:pt x="1026344" y="68642"/>
                      <a:pt x="1031868" y="116229"/>
                      <a:pt x="1035424" y="164051"/>
                    </a:cubicBezTo>
                    <a:cubicBezTo>
                      <a:pt x="1048886" y="347134"/>
                      <a:pt x="1042536" y="531564"/>
                      <a:pt x="1018787" y="713542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68400" tIns="34200" rIns="68400" bIns="342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2" name="Google Shape;496;p30"/>
              <p:cNvSpPr/>
              <p:nvPr/>
            </p:nvSpPr>
            <p:spPr>
              <a:xfrm>
                <a:off x="8177760" y="3103920"/>
                <a:ext cx="156240" cy="546120"/>
              </a:xfrm>
              <a:custGeom>
                <a:avLst/>
                <a:gdLst>
                  <a:gd name="textAreaLeft" fmla="*/ 0 w 156240"/>
                  <a:gd name="textAreaRight" fmla="*/ 156600 w 156240"/>
                  <a:gd name="textAreaTop" fmla="*/ 0 h 546120"/>
                  <a:gd name="textAreaBottom" fmla="*/ 546480 h 546120"/>
                </a:gdLst>
                <a:ahLst/>
                <a:cxnLst/>
                <a:rect l="textAreaLeft" t="textAreaTop" r="textAreaRight" b="textAreaBottom"/>
                <a:pathLst>
                  <a:path w="208809" h="728508">
                    <a:moveTo>
                      <a:pt x="213636" y="723168"/>
                    </a:moveTo>
                    <a:cubicBezTo>
                      <a:pt x="183346" y="631360"/>
                      <a:pt x="147659" y="541438"/>
                      <a:pt x="119211" y="448994"/>
                    </a:cubicBezTo>
                    <a:cubicBezTo>
                      <a:pt x="90700" y="356341"/>
                      <a:pt x="67395" y="262323"/>
                      <a:pt x="48091" y="167353"/>
                    </a:cubicBezTo>
                    <a:cubicBezTo>
                      <a:pt x="42757" y="141368"/>
                      <a:pt x="37740" y="115346"/>
                      <a:pt x="32851" y="89292"/>
                    </a:cubicBezTo>
                    <a:cubicBezTo>
                      <a:pt x="27771" y="61993"/>
                      <a:pt x="21294" y="34860"/>
                      <a:pt x="17166" y="7421"/>
                    </a:cubicBezTo>
                    <a:cubicBezTo>
                      <a:pt x="16024" y="-154"/>
                      <a:pt x="4403" y="887"/>
                      <a:pt x="5228" y="8583"/>
                    </a:cubicBezTo>
                    <a:cubicBezTo>
                      <a:pt x="8023" y="33037"/>
                      <a:pt x="9356" y="57580"/>
                      <a:pt x="12467" y="82027"/>
                    </a:cubicBezTo>
                    <a:cubicBezTo>
                      <a:pt x="15515" y="106405"/>
                      <a:pt x="19389" y="130751"/>
                      <a:pt x="23643" y="154957"/>
                    </a:cubicBezTo>
                    <a:cubicBezTo>
                      <a:pt x="31899" y="202043"/>
                      <a:pt x="41931" y="248791"/>
                      <a:pt x="52980" y="295292"/>
                    </a:cubicBezTo>
                    <a:cubicBezTo>
                      <a:pt x="75523" y="389926"/>
                      <a:pt x="103526" y="483252"/>
                      <a:pt x="136356" y="574819"/>
                    </a:cubicBezTo>
                    <a:cubicBezTo>
                      <a:pt x="155088" y="626979"/>
                      <a:pt x="176615" y="678414"/>
                      <a:pt x="202777" y="727328"/>
                    </a:cubicBezTo>
                    <a:cubicBezTo>
                      <a:pt x="206206" y="733747"/>
                      <a:pt x="215985" y="730452"/>
                      <a:pt x="213636" y="723168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68400" tIns="34200" rIns="68400" bIns="342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3" name="Google Shape;497;p30"/>
              <p:cNvSpPr/>
              <p:nvPr/>
            </p:nvSpPr>
            <p:spPr>
              <a:xfrm>
                <a:off x="7931520" y="4156560"/>
                <a:ext cx="337320" cy="288000"/>
              </a:xfrm>
              <a:custGeom>
                <a:avLst/>
                <a:gdLst>
                  <a:gd name="textAreaLeft" fmla="*/ 0 w 337320"/>
                  <a:gd name="textAreaRight" fmla="*/ 337680 w 337320"/>
                  <a:gd name="textAreaTop" fmla="*/ 0 h 288000"/>
                  <a:gd name="textAreaBottom" fmla="*/ 288360 h 288000"/>
                </a:gdLst>
                <a:ahLst/>
                <a:cxnLst/>
                <a:rect l="textAreaLeft" t="textAreaTop" r="textAreaRight" b="textAreaBottom"/>
                <a:pathLst>
                  <a:path w="450138" h="384480">
                    <a:moveTo>
                      <a:pt x="444516" y="3994"/>
                    </a:moveTo>
                    <a:cubicBezTo>
                      <a:pt x="380000" y="41758"/>
                      <a:pt x="321643" y="91078"/>
                      <a:pt x="264049" y="138386"/>
                    </a:cubicBezTo>
                    <a:cubicBezTo>
                      <a:pt x="206010" y="186011"/>
                      <a:pt x="149558" y="235439"/>
                      <a:pt x="94694" y="286633"/>
                    </a:cubicBezTo>
                    <a:cubicBezTo>
                      <a:pt x="79772" y="300533"/>
                      <a:pt x="64913" y="314529"/>
                      <a:pt x="50498" y="328956"/>
                    </a:cubicBezTo>
                    <a:cubicBezTo>
                      <a:pt x="34940" y="344520"/>
                      <a:pt x="21034" y="361150"/>
                      <a:pt x="6429" y="377457"/>
                    </a:cubicBezTo>
                    <a:cubicBezTo>
                      <a:pt x="1984" y="382429"/>
                      <a:pt x="9540" y="390544"/>
                      <a:pt x="14684" y="386011"/>
                    </a:cubicBezTo>
                    <a:cubicBezTo>
                      <a:pt x="28717" y="373603"/>
                      <a:pt x="43513" y="362008"/>
                      <a:pt x="57356" y="349250"/>
                    </a:cubicBezTo>
                    <a:cubicBezTo>
                      <a:pt x="70818" y="336874"/>
                      <a:pt x="84153" y="324371"/>
                      <a:pt x="97488" y="311919"/>
                    </a:cubicBezTo>
                    <a:cubicBezTo>
                      <a:pt x="124729" y="286576"/>
                      <a:pt x="152288" y="261576"/>
                      <a:pt x="180228" y="237021"/>
                    </a:cubicBezTo>
                    <a:cubicBezTo>
                      <a:pt x="236172" y="187897"/>
                      <a:pt x="293513" y="140399"/>
                      <a:pt x="352251" y="94742"/>
                    </a:cubicBezTo>
                    <a:cubicBezTo>
                      <a:pt x="386032" y="68542"/>
                      <a:pt x="420513" y="43218"/>
                      <a:pt x="452580" y="14961"/>
                    </a:cubicBezTo>
                    <a:cubicBezTo>
                      <a:pt x="459248" y="9119"/>
                      <a:pt x="452073" y="-432"/>
                      <a:pt x="444516" y="3994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68400" tIns="34200" rIns="68400" bIns="342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4" name="Google Shape;498;p30"/>
              <p:cNvSpPr/>
              <p:nvPr/>
            </p:nvSpPr>
            <p:spPr>
              <a:xfrm>
                <a:off x="8519760" y="3764160"/>
                <a:ext cx="252000" cy="187920"/>
              </a:xfrm>
              <a:custGeom>
                <a:avLst/>
                <a:gdLst>
                  <a:gd name="textAreaLeft" fmla="*/ 0 w 252000"/>
                  <a:gd name="textAreaRight" fmla="*/ 252360 w 252000"/>
                  <a:gd name="textAreaTop" fmla="*/ 0 h 187920"/>
                  <a:gd name="textAreaBottom" fmla="*/ 188280 h 187920"/>
                </a:gdLst>
                <a:ahLst/>
                <a:cxnLst/>
                <a:rect l="textAreaLeft" t="textAreaTop" r="textAreaRight" b="textAreaBottom"/>
                <a:pathLst>
                  <a:path w="336583" h="251128">
                    <a:moveTo>
                      <a:pt x="332094" y="3273"/>
                    </a:moveTo>
                    <a:cubicBezTo>
                      <a:pt x="301805" y="15922"/>
                      <a:pt x="273992" y="37379"/>
                      <a:pt x="247131" y="55927"/>
                    </a:cubicBezTo>
                    <a:cubicBezTo>
                      <a:pt x="218747" y="75485"/>
                      <a:pt x="190617" y="95399"/>
                      <a:pt x="162867" y="115795"/>
                    </a:cubicBezTo>
                    <a:cubicBezTo>
                      <a:pt x="135689" y="135823"/>
                      <a:pt x="108638" y="156225"/>
                      <a:pt x="82158" y="177193"/>
                    </a:cubicBezTo>
                    <a:cubicBezTo>
                      <a:pt x="56123" y="197767"/>
                      <a:pt x="27294" y="218493"/>
                      <a:pt x="6530" y="244649"/>
                    </a:cubicBezTo>
                    <a:cubicBezTo>
                      <a:pt x="3355" y="248605"/>
                      <a:pt x="7673" y="255711"/>
                      <a:pt x="12753" y="253152"/>
                    </a:cubicBezTo>
                    <a:cubicBezTo>
                      <a:pt x="41963" y="238286"/>
                      <a:pt x="67743" y="215852"/>
                      <a:pt x="93715" y="196103"/>
                    </a:cubicBezTo>
                    <a:cubicBezTo>
                      <a:pt x="120703" y="175644"/>
                      <a:pt x="147690" y="155323"/>
                      <a:pt x="174995" y="135359"/>
                    </a:cubicBezTo>
                    <a:cubicBezTo>
                      <a:pt x="202300" y="115408"/>
                      <a:pt x="229732" y="95653"/>
                      <a:pt x="257482" y="76336"/>
                    </a:cubicBezTo>
                    <a:cubicBezTo>
                      <a:pt x="270880" y="67046"/>
                      <a:pt x="284279" y="57806"/>
                      <a:pt x="297614" y="48478"/>
                    </a:cubicBezTo>
                    <a:cubicBezTo>
                      <a:pt x="311774" y="38534"/>
                      <a:pt x="326887" y="28692"/>
                      <a:pt x="339397" y="16665"/>
                    </a:cubicBezTo>
                    <a:cubicBezTo>
                      <a:pt x="345176" y="11140"/>
                      <a:pt x="340857" y="-397"/>
                      <a:pt x="332094" y="3273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68400" tIns="34200" rIns="68400" bIns="342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5" name="Google Shape;499;p30"/>
              <p:cNvSpPr/>
              <p:nvPr/>
            </p:nvSpPr>
            <p:spPr>
              <a:xfrm>
                <a:off x="8237880" y="4808520"/>
                <a:ext cx="141120" cy="334440"/>
              </a:xfrm>
              <a:custGeom>
                <a:avLst/>
                <a:gdLst>
                  <a:gd name="textAreaLeft" fmla="*/ 0 w 141120"/>
                  <a:gd name="textAreaRight" fmla="*/ 141480 w 141120"/>
                  <a:gd name="textAreaTop" fmla="*/ 0 h 334440"/>
                  <a:gd name="textAreaBottom" fmla="*/ 334800 h 334440"/>
                </a:gdLst>
                <a:ahLst/>
                <a:cxnLst/>
                <a:rect l="textAreaLeft" t="textAreaTop" r="textAreaRight" b="textAreaBottom"/>
                <a:pathLst>
                  <a:path w="188870" h="446588">
                    <a:moveTo>
                      <a:pt x="71762" y="51181"/>
                    </a:moveTo>
                    <a:cubicBezTo>
                      <a:pt x="87891" y="59817"/>
                      <a:pt x="104147" y="68262"/>
                      <a:pt x="120340" y="76708"/>
                    </a:cubicBezTo>
                    <a:cubicBezTo>
                      <a:pt x="127452" y="201104"/>
                      <a:pt x="134627" y="325501"/>
                      <a:pt x="141739" y="449898"/>
                    </a:cubicBezTo>
                    <a:lnTo>
                      <a:pt x="162822" y="449898"/>
                    </a:lnTo>
                    <a:cubicBezTo>
                      <a:pt x="157107" y="350012"/>
                      <a:pt x="151391" y="250127"/>
                      <a:pt x="145613" y="150241"/>
                    </a:cubicBezTo>
                    <a:cubicBezTo>
                      <a:pt x="144407" y="129286"/>
                      <a:pt x="143200" y="108331"/>
                      <a:pt x="141994" y="87376"/>
                    </a:cubicBezTo>
                    <a:cubicBezTo>
                      <a:pt x="144787" y="87693"/>
                      <a:pt x="147772" y="86931"/>
                      <a:pt x="149868" y="85344"/>
                    </a:cubicBezTo>
                    <a:cubicBezTo>
                      <a:pt x="164346" y="74358"/>
                      <a:pt x="180411" y="62928"/>
                      <a:pt x="192476" y="49276"/>
                    </a:cubicBezTo>
                    <a:cubicBezTo>
                      <a:pt x="197175" y="44005"/>
                      <a:pt x="190761" y="35306"/>
                      <a:pt x="184284" y="38100"/>
                    </a:cubicBezTo>
                    <a:cubicBezTo>
                      <a:pt x="169616" y="44513"/>
                      <a:pt x="155709" y="54419"/>
                      <a:pt x="142374" y="63817"/>
                    </a:cubicBezTo>
                    <a:cubicBezTo>
                      <a:pt x="122118" y="53657"/>
                      <a:pt x="101798" y="43561"/>
                      <a:pt x="81414" y="33655"/>
                    </a:cubicBezTo>
                    <a:cubicBezTo>
                      <a:pt x="59380" y="22860"/>
                      <a:pt x="37028" y="11557"/>
                      <a:pt x="13787" y="3619"/>
                    </a:cubicBezTo>
                    <a:cubicBezTo>
                      <a:pt x="7818" y="1651"/>
                      <a:pt x="1721" y="9525"/>
                      <a:pt x="7627" y="13716"/>
                    </a:cubicBezTo>
                    <a:cubicBezTo>
                      <a:pt x="27757" y="28003"/>
                      <a:pt x="50046" y="39497"/>
                      <a:pt x="71762" y="51181"/>
                    </a:cubicBezTo>
                    <a:close/>
                  </a:path>
                </a:pathLst>
              </a:custGeom>
              <a:solidFill>
                <a:srgbClr val="D6B6C8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68400" tIns="34200" rIns="68400" bIns="342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6" name="Google Shape;500;p30"/>
              <p:cNvSpPr/>
              <p:nvPr/>
            </p:nvSpPr>
            <p:spPr>
              <a:xfrm>
                <a:off x="7521480" y="4881960"/>
                <a:ext cx="19800" cy="26136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261360"/>
                  <a:gd name="textAreaBottom" fmla="*/ 261720 h 261360"/>
                </a:gdLst>
                <a:ahLst/>
                <a:cxnLst/>
                <a:rect l="textAreaLeft" t="textAreaTop" r="textAreaRight" b="textAreaBottom"/>
                <a:pathLst>
                  <a:path w="26802" h="348756">
                    <a:moveTo>
                      <a:pt x="27374" y="352090"/>
                    </a:moveTo>
                    <a:cubicBezTo>
                      <a:pt x="29660" y="262872"/>
                      <a:pt x="31629" y="173655"/>
                      <a:pt x="31501" y="84437"/>
                    </a:cubicBezTo>
                    <a:cubicBezTo>
                      <a:pt x="31438" y="59545"/>
                      <a:pt x="31374" y="34780"/>
                      <a:pt x="30676" y="9951"/>
                    </a:cubicBezTo>
                    <a:cubicBezTo>
                      <a:pt x="30422" y="1506"/>
                      <a:pt x="16388" y="934"/>
                      <a:pt x="15817" y="9444"/>
                    </a:cubicBezTo>
                    <a:cubicBezTo>
                      <a:pt x="8260" y="114155"/>
                      <a:pt x="7625" y="219502"/>
                      <a:pt x="5276" y="324404"/>
                    </a:cubicBezTo>
                    <a:cubicBezTo>
                      <a:pt x="5085" y="333611"/>
                      <a:pt x="4895" y="342883"/>
                      <a:pt x="4705" y="352090"/>
                    </a:cubicBezTo>
                    <a:lnTo>
                      <a:pt x="27374" y="352090"/>
                    </a:lnTo>
                    <a:close/>
                  </a:path>
                </a:pathLst>
              </a:custGeom>
              <a:solidFill>
                <a:srgbClr val="D6B6C8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68400" tIns="34200" rIns="68400" bIns="342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7" name="Google Shape;501;p30"/>
              <p:cNvSpPr/>
              <p:nvPr/>
            </p:nvSpPr>
            <p:spPr>
              <a:xfrm>
                <a:off x="6291360" y="4274640"/>
                <a:ext cx="294120" cy="334080"/>
              </a:xfrm>
              <a:custGeom>
                <a:avLst/>
                <a:gdLst>
                  <a:gd name="textAreaLeft" fmla="*/ 0 w 294120"/>
                  <a:gd name="textAreaRight" fmla="*/ 294480 w 294120"/>
                  <a:gd name="textAreaTop" fmla="*/ 0 h 334080"/>
                  <a:gd name="textAreaBottom" fmla="*/ 334440 h 334080"/>
                </a:gdLst>
                <a:ahLst/>
                <a:cxnLst/>
                <a:rect l="textAreaLeft" t="textAreaTop" r="textAreaRight" b="textAreaBottom"/>
                <a:pathLst>
                  <a:path w="392785" h="445887">
                    <a:moveTo>
                      <a:pt x="4016" y="34856"/>
                    </a:moveTo>
                    <a:cubicBezTo>
                      <a:pt x="4016" y="34856"/>
                      <a:pt x="-2016" y="397701"/>
                      <a:pt x="137557" y="445555"/>
                    </a:cubicBezTo>
                    <a:cubicBezTo>
                      <a:pt x="277130" y="493402"/>
                      <a:pt x="396764" y="2953"/>
                      <a:pt x="396764" y="2953"/>
                    </a:cubicBezTo>
                    <a:lnTo>
                      <a:pt x="4016" y="34856"/>
                    </a:lnTo>
                    <a:close/>
                  </a:path>
                </a:pathLst>
              </a:custGeom>
              <a:solidFill>
                <a:schemeClr val="accent5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68400" tIns="34200" rIns="68400" bIns="342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8" name="Google Shape;502;p30"/>
              <p:cNvSpPr/>
              <p:nvPr/>
            </p:nvSpPr>
            <p:spPr>
              <a:xfrm>
                <a:off x="6219360" y="3553560"/>
                <a:ext cx="627840" cy="766080"/>
              </a:xfrm>
              <a:custGeom>
                <a:avLst/>
                <a:gdLst>
                  <a:gd name="textAreaLeft" fmla="*/ 0 w 627840"/>
                  <a:gd name="textAreaRight" fmla="*/ 628200 w 627840"/>
                  <a:gd name="textAreaTop" fmla="*/ 0 h 766080"/>
                  <a:gd name="textAreaBottom" fmla="*/ 766440 h 766080"/>
                </a:gdLst>
                <a:ahLst/>
                <a:cxnLst/>
                <a:rect l="textAreaLeft" t="textAreaTop" r="textAreaRight" b="textAreaBottom"/>
                <a:pathLst>
                  <a:path w="837744" h="1021925">
                    <a:moveTo>
                      <a:pt x="88126" y="547153"/>
                    </a:moveTo>
                    <a:lnTo>
                      <a:pt x="100128" y="995731"/>
                    </a:lnTo>
                    <a:cubicBezTo>
                      <a:pt x="100128" y="995731"/>
                      <a:pt x="349302" y="1095413"/>
                      <a:pt x="626416" y="923957"/>
                    </a:cubicBezTo>
                    <a:cubicBezTo>
                      <a:pt x="718619" y="866921"/>
                      <a:pt x="839776" y="646836"/>
                      <a:pt x="841745" y="596995"/>
                    </a:cubicBezTo>
                    <a:cubicBezTo>
                      <a:pt x="843713" y="547153"/>
                      <a:pt x="771959" y="527221"/>
                      <a:pt x="771959" y="527221"/>
                    </a:cubicBezTo>
                    <a:cubicBezTo>
                      <a:pt x="771959" y="527221"/>
                      <a:pt x="775959" y="437502"/>
                      <a:pt x="704204" y="393636"/>
                    </a:cubicBezTo>
                    <a:cubicBezTo>
                      <a:pt x="694235" y="387661"/>
                      <a:pt x="674296" y="315886"/>
                      <a:pt x="586538" y="309904"/>
                    </a:cubicBezTo>
                    <a:cubicBezTo>
                      <a:pt x="586538" y="309904"/>
                      <a:pt x="538722" y="226173"/>
                      <a:pt x="492876" y="228168"/>
                    </a:cubicBezTo>
                    <a:cubicBezTo>
                      <a:pt x="446965" y="230155"/>
                      <a:pt x="289485" y="377691"/>
                      <a:pt x="269546" y="383673"/>
                    </a:cubicBezTo>
                    <a:cubicBezTo>
                      <a:pt x="249607" y="389654"/>
                      <a:pt x="74157" y="-9088"/>
                      <a:pt x="18340" y="2882"/>
                    </a:cubicBezTo>
                    <a:cubicBezTo>
                      <a:pt x="-37477" y="14839"/>
                      <a:pt x="88126" y="459435"/>
                      <a:pt x="88126" y="547153"/>
                    </a:cubicBezTo>
                    <a:close/>
                  </a:path>
                </a:pathLst>
              </a:custGeom>
              <a:solidFill>
                <a:srgbClr val="F69380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68400" tIns="34200" rIns="68400" bIns="342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9" name="Google Shape;503;p30"/>
              <p:cNvSpPr/>
              <p:nvPr/>
            </p:nvSpPr>
            <p:spPr>
              <a:xfrm>
                <a:off x="6544440" y="3781080"/>
                <a:ext cx="110520" cy="137880"/>
              </a:xfrm>
              <a:custGeom>
                <a:avLst/>
                <a:gdLst>
                  <a:gd name="textAreaLeft" fmla="*/ 0 w 110520"/>
                  <a:gd name="textAreaRight" fmla="*/ 110880 w 110520"/>
                  <a:gd name="textAreaTop" fmla="*/ 0 h 137880"/>
                  <a:gd name="textAreaBottom" fmla="*/ 138240 h 137880"/>
                </a:gdLst>
                <a:ahLst/>
                <a:cxnLst/>
                <a:rect l="textAreaLeft" t="textAreaTop" r="textAreaRight" b="textAreaBottom"/>
                <a:pathLst>
                  <a:path w="147889" h="184422">
                    <a:moveTo>
                      <a:pt x="141496" y="3928"/>
                    </a:moveTo>
                    <a:cubicBezTo>
                      <a:pt x="113619" y="27873"/>
                      <a:pt x="91966" y="59077"/>
                      <a:pt x="69233" y="87779"/>
                    </a:cubicBezTo>
                    <a:cubicBezTo>
                      <a:pt x="57993" y="102016"/>
                      <a:pt x="46690" y="116272"/>
                      <a:pt x="35641" y="130661"/>
                    </a:cubicBezTo>
                    <a:cubicBezTo>
                      <a:pt x="24339" y="145317"/>
                      <a:pt x="12274" y="160785"/>
                      <a:pt x="4653" y="177759"/>
                    </a:cubicBezTo>
                    <a:cubicBezTo>
                      <a:pt x="1987" y="183620"/>
                      <a:pt x="9288" y="189716"/>
                      <a:pt x="14496" y="185677"/>
                    </a:cubicBezTo>
                    <a:cubicBezTo>
                      <a:pt x="28720" y="174622"/>
                      <a:pt x="40658" y="159871"/>
                      <a:pt x="51898" y="145895"/>
                    </a:cubicBezTo>
                    <a:cubicBezTo>
                      <a:pt x="63645" y="131302"/>
                      <a:pt x="75265" y="116570"/>
                      <a:pt x="86759" y="101826"/>
                    </a:cubicBezTo>
                    <a:cubicBezTo>
                      <a:pt x="109365" y="72977"/>
                      <a:pt x="134638" y="44567"/>
                      <a:pt x="151339" y="11846"/>
                    </a:cubicBezTo>
                    <a:cubicBezTo>
                      <a:pt x="154260" y="6175"/>
                      <a:pt x="146449" y="-321"/>
                      <a:pt x="141496" y="3928"/>
                    </a:cubicBezTo>
                    <a:close/>
                  </a:path>
                </a:pathLst>
              </a:custGeom>
              <a:solidFill>
                <a:srgbClr val="E2583E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68400" tIns="34200" rIns="68400" bIns="342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0" name="Google Shape;504;p30"/>
              <p:cNvSpPr/>
              <p:nvPr/>
            </p:nvSpPr>
            <p:spPr>
              <a:xfrm>
                <a:off x="6638760" y="3840840"/>
                <a:ext cx="101880" cy="141120"/>
              </a:xfrm>
              <a:custGeom>
                <a:avLst/>
                <a:gdLst>
                  <a:gd name="textAreaLeft" fmla="*/ 0 w 101880"/>
                  <a:gd name="textAreaRight" fmla="*/ 102240 w 101880"/>
                  <a:gd name="textAreaTop" fmla="*/ 0 h 141120"/>
                  <a:gd name="textAreaBottom" fmla="*/ 141480 h 141120"/>
                </a:gdLst>
                <a:ahLst/>
                <a:cxnLst/>
                <a:rect l="textAreaLeft" t="textAreaTop" r="textAreaRight" b="textAreaBottom"/>
                <a:pathLst>
                  <a:path w="136308" h="188486">
                    <a:moveTo>
                      <a:pt x="130331" y="4507"/>
                    </a:moveTo>
                    <a:cubicBezTo>
                      <a:pt x="118710" y="18859"/>
                      <a:pt x="106074" y="32124"/>
                      <a:pt x="94898" y="46919"/>
                    </a:cubicBezTo>
                    <a:cubicBezTo>
                      <a:pt x="83785" y="61639"/>
                      <a:pt x="73053" y="76669"/>
                      <a:pt x="62449" y="91718"/>
                    </a:cubicBezTo>
                    <a:cubicBezTo>
                      <a:pt x="51781" y="106787"/>
                      <a:pt x="41176" y="121926"/>
                      <a:pt x="30572" y="137039"/>
                    </a:cubicBezTo>
                    <a:cubicBezTo>
                      <a:pt x="20602" y="151231"/>
                      <a:pt x="9300" y="165810"/>
                      <a:pt x="4410" y="182670"/>
                    </a:cubicBezTo>
                    <a:cubicBezTo>
                      <a:pt x="2505" y="189153"/>
                      <a:pt x="11332" y="193312"/>
                      <a:pt x="16094" y="189820"/>
                    </a:cubicBezTo>
                    <a:cubicBezTo>
                      <a:pt x="30445" y="179310"/>
                      <a:pt x="40288" y="162820"/>
                      <a:pt x="50321" y="148430"/>
                    </a:cubicBezTo>
                    <a:cubicBezTo>
                      <a:pt x="60862" y="133279"/>
                      <a:pt x="71466" y="118141"/>
                      <a:pt x="81944" y="102945"/>
                    </a:cubicBezTo>
                    <a:cubicBezTo>
                      <a:pt x="92485" y="87731"/>
                      <a:pt x="102835" y="72453"/>
                      <a:pt x="112868" y="56901"/>
                    </a:cubicBezTo>
                    <a:cubicBezTo>
                      <a:pt x="122647" y="41731"/>
                      <a:pt x="130521" y="25678"/>
                      <a:pt x="139728" y="10242"/>
                    </a:cubicBezTo>
                    <a:cubicBezTo>
                      <a:pt x="143031" y="4736"/>
                      <a:pt x="134204" y="-249"/>
                      <a:pt x="130331" y="4507"/>
                    </a:cubicBezTo>
                    <a:close/>
                  </a:path>
                </a:pathLst>
              </a:custGeom>
              <a:solidFill>
                <a:srgbClr val="E2583E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68400" tIns="34200" rIns="68400" bIns="342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1" name="Google Shape;505;p30"/>
              <p:cNvSpPr/>
              <p:nvPr/>
            </p:nvSpPr>
            <p:spPr>
              <a:xfrm>
                <a:off x="6708960" y="3946680"/>
                <a:ext cx="85680" cy="123840"/>
              </a:xfrm>
              <a:custGeom>
                <a:avLst/>
                <a:gdLst>
                  <a:gd name="textAreaLeft" fmla="*/ 0 w 85680"/>
                  <a:gd name="textAreaRight" fmla="*/ 86040 w 85680"/>
                  <a:gd name="textAreaTop" fmla="*/ 0 h 123840"/>
                  <a:gd name="textAreaBottom" fmla="*/ 124200 h 123840"/>
                </a:gdLst>
                <a:ahLst/>
                <a:cxnLst/>
                <a:rect l="textAreaLeft" t="textAreaTop" r="textAreaRight" b="textAreaBottom"/>
                <a:pathLst>
                  <a:path w="114653" h="165474">
                    <a:moveTo>
                      <a:pt x="105803" y="5081"/>
                    </a:moveTo>
                    <a:cubicBezTo>
                      <a:pt x="94626" y="16092"/>
                      <a:pt x="85800" y="29847"/>
                      <a:pt x="76973" y="42750"/>
                    </a:cubicBezTo>
                    <a:cubicBezTo>
                      <a:pt x="68592" y="54999"/>
                      <a:pt x="60273" y="67286"/>
                      <a:pt x="51955" y="79624"/>
                    </a:cubicBezTo>
                    <a:cubicBezTo>
                      <a:pt x="43699" y="91975"/>
                      <a:pt x="35381" y="104313"/>
                      <a:pt x="27317" y="116803"/>
                    </a:cubicBezTo>
                    <a:cubicBezTo>
                      <a:pt x="19188" y="129446"/>
                      <a:pt x="8965" y="143289"/>
                      <a:pt x="4520" y="157768"/>
                    </a:cubicBezTo>
                    <a:cubicBezTo>
                      <a:pt x="2615" y="163908"/>
                      <a:pt x="9219" y="171572"/>
                      <a:pt x="15315" y="166473"/>
                    </a:cubicBezTo>
                    <a:cubicBezTo>
                      <a:pt x="26936" y="156809"/>
                      <a:pt x="35698" y="142680"/>
                      <a:pt x="44208" y="130304"/>
                    </a:cubicBezTo>
                    <a:cubicBezTo>
                      <a:pt x="52844" y="117629"/>
                      <a:pt x="61289" y="104783"/>
                      <a:pt x="69735" y="91969"/>
                    </a:cubicBezTo>
                    <a:cubicBezTo>
                      <a:pt x="78244" y="79129"/>
                      <a:pt x="86562" y="66226"/>
                      <a:pt x="94944" y="53310"/>
                    </a:cubicBezTo>
                    <a:cubicBezTo>
                      <a:pt x="103262" y="40362"/>
                      <a:pt x="112470" y="27021"/>
                      <a:pt x="118185" y="12644"/>
                    </a:cubicBezTo>
                    <a:cubicBezTo>
                      <a:pt x="121487" y="4497"/>
                      <a:pt x="111518" y="-608"/>
                      <a:pt x="105803" y="5081"/>
                    </a:cubicBezTo>
                    <a:close/>
                  </a:path>
                </a:pathLst>
              </a:custGeom>
              <a:solidFill>
                <a:srgbClr val="E2583E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68400" tIns="34200" rIns="68400" bIns="342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2" name="Google Shape;506;p30"/>
              <p:cNvSpPr/>
              <p:nvPr/>
            </p:nvSpPr>
            <p:spPr>
              <a:xfrm>
                <a:off x="7671960" y="3074400"/>
                <a:ext cx="307080" cy="641880"/>
              </a:xfrm>
              <a:custGeom>
                <a:avLst/>
                <a:gdLst>
                  <a:gd name="textAreaLeft" fmla="*/ 0 w 307080"/>
                  <a:gd name="textAreaRight" fmla="*/ 307440 w 307080"/>
                  <a:gd name="textAreaTop" fmla="*/ 0 h 641880"/>
                  <a:gd name="textAreaBottom" fmla="*/ 642240 h 641880"/>
                </a:gdLst>
                <a:ahLst/>
                <a:cxnLst/>
                <a:rect l="textAreaLeft" t="textAreaTop" r="textAreaRight" b="textAreaBottom"/>
                <a:pathLst>
                  <a:path w="410049" h="856536">
                    <a:moveTo>
                      <a:pt x="410782" y="845086"/>
                    </a:moveTo>
                    <a:cubicBezTo>
                      <a:pt x="383604" y="834506"/>
                      <a:pt x="357124" y="824067"/>
                      <a:pt x="331343" y="810243"/>
                    </a:cubicBezTo>
                    <a:cubicBezTo>
                      <a:pt x="305372" y="796292"/>
                      <a:pt x="280988" y="779947"/>
                      <a:pt x="257874" y="761583"/>
                    </a:cubicBezTo>
                    <a:cubicBezTo>
                      <a:pt x="212091" y="725109"/>
                      <a:pt x="172974" y="680741"/>
                      <a:pt x="140843" y="631846"/>
                    </a:cubicBezTo>
                    <a:cubicBezTo>
                      <a:pt x="66739" y="518994"/>
                      <a:pt x="35624" y="384971"/>
                      <a:pt x="28892" y="251449"/>
                    </a:cubicBezTo>
                    <a:cubicBezTo>
                      <a:pt x="26861" y="210441"/>
                      <a:pt x="27305" y="169420"/>
                      <a:pt x="28575" y="128392"/>
                    </a:cubicBezTo>
                    <a:cubicBezTo>
                      <a:pt x="29147" y="108130"/>
                      <a:pt x="30036" y="87854"/>
                      <a:pt x="31052" y="67604"/>
                    </a:cubicBezTo>
                    <a:cubicBezTo>
                      <a:pt x="32005" y="47347"/>
                      <a:pt x="34354" y="26488"/>
                      <a:pt x="32449" y="6288"/>
                    </a:cubicBezTo>
                    <a:cubicBezTo>
                      <a:pt x="32067" y="2066"/>
                      <a:pt x="25337" y="478"/>
                      <a:pt x="23876" y="4898"/>
                    </a:cubicBezTo>
                    <a:cubicBezTo>
                      <a:pt x="18034" y="22284"/>
                      <a:pt x="15812" y="41074"/>
                      <a:pt x="13526" y="59247"/>
                    </a:cubicBezTo>
                    <a:cubicBezTo>
                      <a:pt x="11176" y="77814"/>
                      <a:pt x="9207" y="96376"/>
                      <a:pt x="7874" y="115045"/>
                    </a:cubicBezTo>
                    <a:cubicBezTo>
                      <a:pt x="5207" y="152148"/>
                      <a:pt x="4381" y="189378"/>
                      <a:pt x="5207" y="226570"/>
                    </a:cubicBezTo>
                    <a:cubicBezTo>
                      <a:pt x="6985" y="301417"/>
                      <a:pt x="16066" y="376011"/>
                      <a:pt x="35369" y="448439"/>
                    </a:cubicBezTo>
                    <a:cubicBezTo>
                      <a:pt x="67628" y="569851"/>
                      <a:pt x="132207" y="683859"/>
                      <a:pt x="228283" y="766085"/>
                    </a:cubicBezTo>
                    <a:cubicBezTo>
                      <a:pt x="278448" y="809037"/>
                      <a:pt x="340932" y="846597"/>
                      <a:pt x="406718" y="858675"/>
                    </a:cubicBezTo>
                    <a:cubicBezTo>
                      <a:pt x="414592" y="860122"/>
                      <a:pt x="418466" y="848064"/>
                      <a:pt x="410782" y="845086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68400" tIns="34200" rIns="68400" bIns="342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3" name="Google Shape;507;p30"/>
              <p:cNvSpPr/>
              <p:nvPr/>
            </p:nvSpPr>
            <p:spPr>
              <a:xfrm>
                <a:off x="7935120" y="3675600"/>
                <a:ext cx="100440" cy="66960"/>
              </a:xfrm>
              <a:custGeom>
                <a:avLst/>
                <a:gdLst>
                  <a:gd name="textAreaLeft" fmla="*/ 0 w 100440"/>
                  <a:gd name="textAreaRight" fmla="*/ 100800 w 100440"/>
                  <a:gd name="textAreaTop" fmla="*/ 0 h 66960"/>
                  <a:gd name="textAreaBottom" fmla="*/ 67320 h 66960"/>
                </a:gdLst>
                <a:ahLst/>
                <a:cxnLst/>
                <a:rect l="textAreaLeft" t="textAreaTop" r="textAreaRight" b="textAreaBottom"/>
                <a:pathLst>
                  <a:path w="134326" h="89620">
                    <a:moveTo>
                      <a:pt x="138871" y="59234"/>
                    </a:moveTo>
                    <a:cubicBezTo>
                      <a:pt x="134617" y="83078"/>
                      <a:pt x="101279" y="97055"/>
                      <a:pt x="64449" y="90450"/>
                    </a:cubicBezTo>
                    <a:cubicBezTo>
                      <a:pt x="27555" y="83840"/>
                      <a:pt x="1203" y="59164"/>
                      <a:pt x="5457" y="35313"/>
                    </a:cubicBezTo>
                    <a:cubicBezTo>
                      <a:pt x="9712" y="11475"/>
                      <a:pt x="43049" y="-2501"/>
                      <a:pt x="79879" y="4103"/>
                    </a:cubicBezTo>
                    <a:cubicBezTo>
                      <a:pt x="116773" y="10713"/>
                      <a:pt x="143189" y="35396"/>
                      <a:pt x="138871" y="59234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68400" tIns="33480" rIns="68400" bIns="33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4" name="Google Shape;508;p30"/>
              <p:cNvSpPr/>
              <p:nvPr/>
            </p:nvSpPr>
            <p:spPr>
              <a:xfrm>
                <a:off x="7786440" y="3103200"/>
                <a:ext cx="350280" cy="615960"/>
              </a:xfrm>
              <a:custGeom>
                <a:avLst/>
                <a:gdLst>
                  <a:gd name="textAreaLeft" fmla="*/ 0 w 350280"/>
                  <a:gd name="textAreaRight" fmla="*/ 350640 w 350280"/>
                  <a:gd name="textAreaTop" fmla="*/ 0 h 615960"/>
                  <a:gd name="textAreaBottom" fmla="*/ 616320 h 615960"/>
                </a:gdLst>
                <a:ahLst/>
                <a:cxnLst/>
                <a:rect l="textAreaLeft" t="textAreaTop" r="textAreaRight" b="textAreaBottom"/>
                <a:pathLst>
                  <a:path w="467649" h="821545">
                    <a:moveTo>
                      <a:pt x="9653" y="809897"/>
                    </a:moveTo>
                    <a:cubicBezTo>
                      <a:pt x="37657" y="801648"/>
                      <a:pt x="64899" y="793469"/>
                      <a:pt x="91759" y="781861"/>
                    </a:cubicBezTo>
                    <a:cubicBezTo>
                      <a:pt x="118810" y="770145"/>
                      <a:pt x="144527" y="755909"/>
                      <a:pt x="169039" y="739558"/>
                    </a:cubicBezTo>
                    <a:cubicBezTo>
                      <a:pt x="217743" y="707058"/>
                      <a:pt x="260478" y="666139"/>
                      <a:pt x="296547" y="620114"/>
                    </a:cubicBezTo>
                    <a:cubicBezTo>
                      <a:pt x="379922" y="513897"/>
                      <a:pt x="422214" y="382967"/>
                      <a:pt x="440120" y="250480"/>
                    </a:cubicBezTo>
                    <a:cubicBezTo>
                      <a:pt x="445645" y="209789"/>
                      <a:pt x="448566" y="168876"/>
                      <a:pt x="450852" y="127887"/>
                    </a:cubicBezTo>
                    <a:cubicBezTo>
                      <a:pt x="451931" y="107656"/>
                      <a:pt x="452757" y="87374"/>
                      <a:pt x="453455" y="67111"/>
                    </a:cubicBezTo>
                    <a:cubicBezTo>
                      <a:pt x="454217" y="46848"/>
                      <a:pt x="453582" y="25855"/>
                      <a:pt x="457202" y="5891"/>
                    </a:cubicBezTo>
                    <a:cubicBezTo>
                      <a:pt x="457964" y="1719"/>
                      <a:pt x="464822" y="703"/>
                      <a:pt x="465902" y="5230"/>
                    </a:cubicBezTo>
                    <a:cubicBezTo>
                      <a:pt x="470219" y="23049"/>
                      <a:pt x="470854" y="41953"/>
                      <a:pt x="471616" y="60253"/>
                    </a:cubicBezTo>
                    <a:cubicBezTo>
                      <a:pt x="472378" y="78954"/>
                      <a:pt x="472823" y="97623"/>
                      <a:pt x="472569" y="116330"/>
                    </a:cubicBezTo>
                    <a:cubicBezTo>
                      <a:pt x="472125" y="153528"/>
                      <a:pt x="469775" y="190695"/>
                      <a:pt x="465775" y="227677"/>
                    </a:cubicBezTo>
                    <a:cubicBezTo>
                      <a:pt x="457774" y="302119"/>
                      <a:pt x="442406" y="375683"/>
                      <a:pt x="417133" y="446232"/>
                    </a:cubicBezTo>
                    <a:cubicBezTo>
                      <a:pt x="374715" y="564494"/>
                      <a:pt x="300865" y="672679"/>
                      <a:pt x="198185" y="746530"/>
                    </a:cubicBezTo>
                    <a:cubicBezTo>
                      <a:pt x="144527" y="785106"/>
                      <a:pt x="79123" y="817282"/>
                      <a:pt x="12575" y="823778"/>
                    </a:cubicBezTo>
                    <a:cubicBezTo>
                      <a:pt x="4637" y="824559"/>
                      <a:pt x="1779" y="812221"/>
                      <a:pt x="9653" y="809897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68400" tIns="34200" rIns="68400" bIns="342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5" name="Google Shape;509;p30"/>
              <p:cNvSpPr/>
              <p:nvPr/>
            </p:nvSpPr>
            <p:spPr>
              <a:xfrm>
                <a:off x="7730280" y="3677760"/>
                <a:ext cx="101160" cy="65880"/>
              </a:xfrm>
              <a:custGeom>
                <a:avLst/>
                <a:gdLst>
                  <a:gd name="textAreaLeft" fmla="*/ 0 w 101160"/>
                  <a:gd name="textAreaRight" fmla="*/ 101520 w 101160"/>
                  <a:gd name="textAreaTop" fmla="*/ 0 h 65880"/>
                  <a:gd name="textAreaBottom" fmla="*/ 66240 h 65880"/>
                </a:gdLst>
                <a:ahLst/>
                <a:cxnLst/>
                <a:rect l="textAreaLeft" t="textAreaTop" r="textAreaRight" b="textAreaBottom"/>
                <a:pathLst>
                  <a:path w="135195" h="88263">
                    <a:moveTo>
                      <a:pt x="4999" y="52907"/>
                    </a:moveTo>
                    <a:cubicBezTo>
                      <a:pt x="7222" y="77025"/>
                      <a:pt x="39290" y="93757"/>
                      <a:pt x="76564" y="90271"/>
                    </a:cubicBezTo>
                    <a:cubicBezTo>
                      <a:pt x="113839" y="86785"/>
                      <a:pt x="142223" y="64414"/>
                      <a:pt x="139937" y="40290"/>
                    </a:cubicBezTo>
                    <a:cubicBezTo>
                      <a:pt x="137715" y="16173"/>
                      <a:pt x="105647" y="-559"/>
                      <a:pt x="68372" y="2927"/>
                    </a:cubicBezTo>
                    <a:cubicBezTo>
                      <a:pt x="31098" y="6413"/>
                      <a:pt x="2713" y="28790"/>
                      <a:pt x="4999" y="52907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68400" tIns="33120" rIns="68400" bIns="331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6" name="Google Shape;510;p30"/>
              <p:cNvSpPr/>
              <p:nvPr/>
            </p:nvSpPr>
            <p:spPr>
              <a:xfrm>
                <a:off x="7894080" y="2049480"/>
                <a:ext cx="89280" cy="401040"/>
              </a:xfrm>
              <a:custGeom>
                <a:avLst/>
                <a:gdLst>
                  <a:gd name="textAreaLeft" fmla="*/ 0 w 89280"/>
                  <a:gd name="textAreaRight" fmla="*/ 89640 w 89280"/>
                  <a:gd name="textAreaTop" fmla="*/ 0 h 401040"/>
                  <a:gd name="textAreaBottom" fmla="*/ 401400 h 401040"/>
                </a:gdLst>
                <a:ahLst/>
                <a:cxnLst/>
                <a:rect l="textAreaLeft" t="textAreaTop" r="textAreaRight" b="textAreaBottom"/>
                <a:pathLst>
                  <a:path w="119443" h="535204">
                    <a:moveTo>
                      <a:pt x="124419" y="535443"/>
                    </a:moveTo>
                    <a:lnTo>
                      <a:pt x="77048" y="536700"/>
                    </a:lnTo>
                    <a:cubicBezTo>
                      <a:pt x="76984" y="532045"/>
                      <a:pt x="76794" y="527391"/>
                      <a:pt x="76667" y="522813"/>
                    </a:cubicBezTo>
                    <a:cubicBezTo>
                      <a:pt x="69238" y="276356"/>
                      <a:pt x="34566" y="105268"/>
                      <a:pt x="4975" y="1496"/>
                    </a:cubicBezTo>
                    <a:cubicBezTo>
                      <a:pt x="17929" y="3865"/>
                      <a:pt x="35773" y="7490"/>
                      <a:pt x="57744" y="12856"/>
                    </a:cubicBezTo>
                    <a:cubicBezTo>
                      <a:pt x="86509" y="121448"/>
                      <a:pt x="117243" y="288745"/>
                      <a:pt x="124102" y="523289"/>
                    </a:cubicBezTo>
                    <a:cubicBezTo>
                      <a:pt x="124164" y="527315"/>
                      <a:pt x="124355" y="531340"/>
                      <a:pt x="124419" y="535443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68400" tIns="34200" rIns="68400" bIns="342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7" name="Google Shape;511;p30"/>
              <p:cNvSpPr/>
              <p:nvPr/>
            </p:nvSpPr>
            <p:spPr>
              <a:xfrm>
                <a:off x="7661160" y="2430000"/>
                <a:ext cx="492480" cy="756720"/>
              </a:xfrm>
              <a:custGeom>
                <a:avLst/>
                <a:gdLst>
                  <a:gd name="textAreaLeft" fmla="*/ 0 w 492480"/>
                  <a:gd name="textAreaRight" fmla="*/ 492840 w 492480"/>
                  <a:gd name="textAreaTop" fmla="*/ 0 h 756720"/>
                  <a:gd name="textAreaBottom" fmla="*/ 757080 h 756720"/>
                </a:gdLst>
                <a:ahLst/>
                <a:cxnLst/>
                <a:rect l="textAreaLeft" t="textAreaTop" r="textAreaRight" b="textAreaBottom"/>
                <a:pathLst>
                  <a:path w="657123" h="1009402">
                    <a:moveTo>
                      <a:pt x="656338" y="1011270"/>
                    </a:moveTo>
                    <a:lnTo>
                      <a:pt x="609031" y="1008540"/>
                    </a:lnTo>
                    <a:cubicBezTo>
                      <a:pt x="649734" y="301734"/>
                      <a:pt x="457520" y="96755"/>
                      <a:pt x="410022" y="57335"/>
                    </a:cubicBezTo>
                    <a:cubicBezTo>
                      <a:pt x="79249" y="262846"/>
                      <a:pt x="52516" y="985337"/>
                      <a:pt x="52262" y="992703"/>
                    </a:cubicBezTo>
                    <a:lnTo>
                      <a:pt x="4955" y="991211"/>
                    </a:lnTo>
                    <a:cubicBezTo>
                      <a:pt x="5907" y="959651"/>
                      <a:pt x="33466" y="215952"/>
                      <a:pt x="399735" y="8420"/>
                    </a:cubicBezTo>
                    <a:lnTo>
                      <a:pt x="411291" y="1867"/>
                    </a:lnTo>
                    <a:lnTo>
                      <a:pt x="422912" y="8325"/>
                    </a:lnTo>
                    <a:cubicBezTo>
                      <a:pt x="434406" y="14726"/>
                      <a:pt x="704471" y="174683"/>
                      <a:pt x="656338" y="101127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68400" tIns="34200" rIns="68400" bIns="342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8" name="Google Shape;512;p30"/>
              <p:cNvSpPr/>
              <p:nvPr/>
            </p:nvSpPr>
            <p:spPr>
              <a:xfrm>
                <a:off x="6580080" y="2267280"/>
                <a:ext cx="275400" cy="762840"/>
              </a:xfrm>
              <a:custGeom>
                <a:avLst/>
                <a:gdLst>
                  <a:gd name="textAreaLeft" fmla="*/ 0 w 275400"/>
                  <a:gd name="textAreaRight" fmla="*/ 275760 w 275400"/>
                  <a:gd name="textAreaTop" fmla="*/ 0 h 762840"/>
                  <a:gd name="textAreaBottom" fmla="*/ 763200 h 762840"/>
                </a:gdLst>
                <a:ahLst/>
                <a:cxnLst/>
                <a:rect l="textAreaLeft" t="textAreaTop" r="textAreaRight" b="textAreaBottom"/>
                <a:pathLst>
                  <a:path w="367791" h="1017709">
                    <a:moveTo>
                      <a:pt x="371956" y="1761"/>
                    </a:moveTo>
                    <a:cubicBezTo>
                      <a:pt x="112876" y="366436"/>
                      <a:pt x="51979" y="1012599"/>
                      <a:pt x="51280" y="1019470"/>
                    </a:cubicBezTo>
                    <a:lnTo>
                      <a:pt x="4164" y="1015203"/>
                    </a:lnTo>
                    <a:cubicBezTo>
                      <a:pt x="6513" y="988685"/>
                      <a:pt x="59218" y="431701"/>
                      <a:pt x="282104" y="53457"/>
                    </a:cubicBezTo>
                    <a:cubicBezTo>
                      <a:pt x="314044" y="33568"/>
                      <a:pt x="344333" y="16366"/>
                      <a:pt x="371956" y="176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68400" tIns="34200" rIns="68400" bIns="342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9" name="Google Shape;513;p30"/>
              <p:cNvSpPr/>
              <p:nvPr/>
            </p:nvSpPr>
            <p:spPr>
              <a:xfrm>
                <a:off x="6504840" y="2937960"/>
                <a:ext cx="203400" cy="244800"/>
              </a:xfrm>
              <a:custGeom>
                <a:avLst/>
                <a:gdLst>
                  <a:gd name="textAreaLeft" fmla="*/ 0 w 203400"/>
                  <a:gd name="textAreaRight" fmla="*/ 203760 w 203400"/>
                  <a:gd name="textAreaTop" fmla="*/ 0 h 244800"/>
                  <a:gd name="textAreaBottom" fmla="*/ 245160 h 244800"/>
                </a:gdLst>
                <a:ahLst/>
                <a:cxnLst/>
                <a:rect l="textAreaLeft" t="textAreaTop" r="textAreaRight" b="textAreaBottom"/>
                <a:pathLst>
                  <a:path w="271497" h="326687">
                    <a:moveTo>
                      <a:pt x="275030" y="175501"/>
                    </a:moveTo>
                    <a:cubicBezTo>
                      <a:pt x="268299" y="265537"/>
                      <a:pt x="202322" y="333996"/>
                      <a:pt x="127646" y="328402"/>
                    </a:cubicBezTo>
                    <a:cubicBezTo>
                      <a:pt x="52971" y="322814"/>
                      <a:pt x="-2084" y="245287"/>
                      <a:pt x="4647" y="155250"/>
                    </a:cubicBezTo>
                    <a:cubicBezTo>
                      <a:pt x="11378" y="65213"/>
                      <a:pt x="77418" y="-3239"/>
                      <a:pt x="152031" y="2355"/>
                    </a:cubicBezTo>
                    <a:cubicBezTo>
                      <a:pt x="226707" y="7943"/>
                      <a:pt x="281761" y="85464"/>
                      <a:pt x="275030" y="17550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68400" tIns="34200" rIns="68400" bIns="342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0" name="Google Shape;514;p30"/>
              <p:cNvSpPr/>
              <p:nvPr/>
            </p:nvSpPr>
            <p:spPr>
              <a:xfrm>
                <a:off x="6539760" y="2989440"/>
                <a:ext cx="112680" cy="135720"/>
              </a:xfrm>
              <a:custGeom>
                <a:avLst/>
                <a:gdLst>
                  <a:gd name="textAreaLeft" fmla="*/ 0 w 112680"/>
                  <a:gd name="textAreaRight" fmla="*/ 113040 w 112680"/>
                  <a:gd name="textAreaTop" fmla="*/ 0 h 135720"/>
                  <a:gd name="textAreaBottom" fmla="*/ 136080 h 135720"/>
                </a:gdLst>
                <a:ahLst/>
                <a:cxnLst/>
                <a:rect l="textAreaLeft" t="textAreaTop" r="textAreaRight" b="textAreaBottom"/>
                <a:pathLst>
                  <a:path w="150672" h="181316">
                    <a:moveTo>
                      <a:pt x="154444" y="98312"/>
                    </a:moveTo>
                    <a:cubicBezTo>
                      <a:pt x="150698" y="148280"/>
                      <a:pt x="114058" y="186272"/>
                      <a:pt x="72656" y="183173"/>
                    </a:cubicBezTo>
                    <a:cubicBezTo>
                      <a:pt x="31191" y="180068"/>
                      <a:pt x="647" y="137040"/>
                      <a:pt x="4394" y="87072"/>
                    </a:cubicBezTo>
                    <a:cubicBezTo>
                      <a:pt x="8140" y="37098"/>
                      <a:pt x="44780" y="-895"/>
                      <a:pt x="86182" y="2211"/>
                    </a:cubicBezTo>
                    <a:cubicBezTo>
                      <a:pt x="127648" y="5310"/>
                      <a:pt x="158191" y="48343"/>
                      <a:pt x="154444" y="98312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68400" tIns="34200" rIns="68400" bIns="342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1" name="Google Shape;515;p30"/>
              <p:cNvSpPr/>
              <p:nvPr/>
            </p:nvSpPr>
            <p:spPr>
              <a:xfrm>
                <a:off x="7171920" y="3892320"/>
                <a:ext cx="87120" cy="120600"/>
              </a:xfrm>
              <a:custGeom>
                <a:avLst/>
                <a:gdLst>
                  <a:gd name="textAreaLeft" fmla="*/ 0 w 87120"/>
                  <a:gd name="textAreaRight" fmla="*/ 87480 w 87120"/>
                  <a:gd name="textAreaTop" fmla="*/ 0 h 120600"/>
                  <a:gd name="textAreaBottom" fmla="*/ 120960 h 120600"/>
                </a:gdLst>
                <a:ahLst/>
                <a:cxnLst/>
                <a:rect l="textAreaLeft" t="textAreaTop" r="textAreaRight" b="textAreaBottom"/>
                <a:pathLst>
                  <a:path w="116649" h="161487">
                    <a:moveTo>
                      <a:pt x="121144" y="83369"/>
                    </a:moveTo>
                    <a:cubicBezTo>
                      <a:pt x="121144" y="127965"/>
                      <a:pt x="94982" y="164116"/>
                      <a:pt x="62787" y="164116"/>
                    </a:cubicBezTo>
                    <a:cubicBezTo>
                      <a:pt x="30593" y="164116"/>
                      <a:pt x="4495" y="127965"/>
                      <a:pt x="4495" y="83369"/>
                    </a:cubicBezTo>
                    <a:cubicBezTo>
                      <a:pt x="4495" y="38779"/>
                      <a:pt x="30593" y="2628"/>
                      <a:pt x="62787" y="2628"/>
                    </a:cubicBezTo>
                    <a:cubicBezTo>
                      <a:pt x="94982" y="2628"/>
                      <a:pt x="121144" y="38779"/>
                      <a:pt x="121144" y="83369"/>
                    </a:cubicBezTo>
                    <a:close/>
                  </a:path>
                </a:pathLst>
              </a:custGeom>
              <a:solidFill>
                <a:srgbClr val="D6B6C8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68400" tIns="34200" rIns="68400" bIns="342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2" name="Google Shape;516;p30"/>
              <p:cNvSpPr/>
              <p:nvPr/>
            </p:nvSpPr>
            <p:spPr>
              <a:xfrm>
                <a:off x="7131600" y="4679640"/>
                <a:ext cx="87120" cy="120600"/>
              </a:xfrm>
              <a:custGeom>
                <a:avLst/>
                <a:gdLst>
                  <a:gd name="textAreaLeft" fmla="*/ 0 w 87120"/>
                  <a:gd name="textAreaRight" fmla="*/ 87480 w 87120"/>
                  <a:gd name="textAreaTop" fmla="*/ 0 h 120600"/>
                  <a:gd name="textAreaBottom" fmla="*/ 120960 h 120600"/>
                </a:gdLst>
                <a:ahLst/>
                <a:cxnLst/>
                <a:rect l="textAreaLeft" t="textAreaTop" r="textAreaRight" b="textAreaBottom"/>
                <a:pathLst>
                  <a:path w="116650" h="161467">
                    <a:moveTo>
                      <a:pt x="121118" y="83899"/>
                    </a:moveTo>
                    <a:cubicBezTo>
                      <a:pt x="121118" y="128488"/>
                      <a:pt x="95019" y="164620"/>
                      <a:pt x="62825" y="164620"/>
                    </a:cubicBezTo>
                    <a:cubicBezTo>
                      <a:pt x="30567" y="164620"/>
                      <a:pt x="4468" y="128488"/>
                      <a:pt x="4468" y="83899"/>
                    </a:cubicBezTo>
                    <a:cubicBezTo>
                      <a:pt x="4468" y="39309"/>
                      <a:pt x="30567" y="3152"/>
                      <a:pt x="62825" y="3152"/>
                    </a:cubicBezTo>
                    <a:cubicBezTo>
                      <a:pt x="95019" y="3152"/>
                      <a:pt x="121118" y="39309"/>
                      <a:pt x="121118" y="83899"/>
                    </a:cubicBezTo>
                    <a:close/>
                  </a:path>
                </a:pathLst>
              </a:custGeom>
              <a:solidFill>
                <a:srgbClr val="D6B6C8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68400" tIns="34200" rIns="68400" bIns="342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103" name="Google Shape;517;p30"/>
            <p:cNvSpPr/>
            <p:nvPr/>
          </p:nvSpPr>
          <p:spPr>
            <a:xfrm rot="10800000">
              <a:off x="5609520" y="1282320"/>
              <a:ext cx="264960" cy="264960"/>
            </a:xfrm>
            <a:custGeom>
              <a:avLst/>
              <a:gdLst>
                <a:gd name="textAreaLeft" fmla="*/ 0 w 264960"/>
                <a:gd name="textAreaRight" fmla="*/ 265320 w 264960"/>
                <a:gd name="textAreaTop" fmla="*/ 0 h 264960"/>
                <a:gd name="textAreaBottom" fmla="*/ 265320 h 264960"/>
              </a:gdLst>
              <a:ahLst/>
              <a:cxnLst/>
              <a:rect l="textAreaLeft" t="textAreaTop" r="textAreaRight" b="textAreaBottom"/>
              <a:pathLst>
                <a:path w="259461" h="259461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8400" tIns="34200" rIns="68400" bIns="34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4" name="Google Shape;518;p30"/>
            <p:cNvSpPr/>
            <p:nvPr/>
          </p:nvSpPr>
          <p:spPr>
            <a:xfrm rot="10800000">
              <a:off x="5960160" y="798840"/>
              <a:ext cx="406440" cy="406440"/>
            </a:xfrm>
            <a:custGeom>
              <a:avLst/>
              <a:gdLst>
                <a:gd name="textAreaLeft" fmla="*/ 0 w 406440"/>
                <a:gd name="textAreaRight" fmla="*/ 406800 w 406440"/>
                <a:gd name="textAreaTop" fmla="*/ 0 h 406440"/>
                <a:gd name="textAreaBottom" fmla="*/ 406800 h 406440"/>
              </a:gdLst>
              <a:ahLst/>
              <a:cxnLst/>
              <a:rect l="textAreaLeft" t="textAreaTop" r="textAreaRight" b="textAreaBottom"/>
              <a:pathLst>
                <a:path w="259461" h="259461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8400" tIns="34200" rIns="68400" bIns="34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06" name="Google Shape;520;p30"/>
          <p:cNvGrpSpPr/>
          <p:nvPr/>
        </p:nvGrpSpPr>
        <p:grpSpPr>
          <a:xfrm>
            <a:off x="277200" y="4266360"/>
            <a:ext cx="537120" cy="519480"/>
            <a:chOff x="277200" y="4266360"/>
            <a:chExt cx="537120" cy="519480"/>
          </a:xfrm>
        </p:grpSpPr>
        <p:sp>
          <p:nvSpPr>
            <p:cNvPr id="107" name="Google Shape;521;p30"/>
            <p:cNvSpPr/>
            <p:nvPr/>
          </p:nvSpPr>
          <p:spPr>
            <a:xfrm rot="10800000">
              <a:off x="620640" y="4592160"/>
              <a:ext cx="193680" cy="193680"/>
            </a:xfrm>
            <a:custGeom>
              <a:avLst/>
              <a:gdLst>
                <a:gd name="textAreaLeft" fmla="*/ 0 w 193680"/>
                <a:gd name="textAreaRight" fmla="*/ 194040 w 193680"/>
                <a:gd name="textAreaTop" fmla="*/ 0 h 193680"/>
                <a:gd name="textAreaBottom" fmla="*/ 194040 h 193680"/>
              </a:gdLst>
              <a:ahLst/>
              <a:cxnLst/>
              <a:rect l="textAreaLeft" t="textAreaTop" r="textAreaRight" b="textAreaBottom"/>
              <a:pathLst>
                <a:path w="259461" h="259461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8400" tIns="34200" rIns="68400" bIns="34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8" name="Google Shape;522;p30"/>
            <p:cNvSpPr/>
            <p:nvPr/>
          </p:nvSpPr>
          <p:spPr>
            <a:xfrm rot="10800000">
              <a:off x="277200" y="4266360"/>
              <a:ext cx="266760" cy="266760"/>
            </a:xfrm>
            <a:custGeom>
              <a:avLst/>
              <a:gdLst>
                <a:gd name="textAreaLeft" fmla="*/ 0 w 266760"/>
                <a:gd name="textAreaRight" fmla="*/ 267120 w 266760"/>
                <a:gd name="textAreaTop" fmla="*/ 0 h 266760"/>
                <a:gd name="textAreaBottom" fmla="*/ 267120 h 266760"/>
              </a:gdLst>
              <a:ahLst/>
              <a:cxnLst/>
              <a:rect l="textAreaLeft" t="textAreaTop" r="textAreaRight" b="textAreaBottom"/>
              <a:pathLst>
                <a:path w="259461" h="259461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8400" tIns="34200" rIns="68400" bIns="34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09" name="Rectangle 108"/>
          <p:cNvSpPr/>
          <p:nvPr/>
        </p:nvSpPr>
        <p:spPr>
          <a:xfrm>
            <a:off x="714240" y="3371760"/>
            <a:ext cx="4390560" cy="76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10" name="Rectangle 109"/>
          <p:cNvSpPr/>
          <p:nvPr/>
        </p:nvSpPr>
        <p:spPr>
          <a:xfrm>
            <a:off x="714240" y="798840"/>
            <a:ext cx="4390560" cy="2139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b">
            <a:normAutofit/>
          </a:bodyPr>
          <a:lstStyle/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en-US" sz="5400" b="1" u="none" strike="noStrike" dirty="0">
                <a:solidFill>
                  <a:srgbClr val="FF0000"/>
                </a:solidFill>
                <a:effectLst/>
                <a:uFillTx/>
                <a:latin typeface="Raleway Black"/>
              </a:rPr>
              <a:t>Hospital </a:t>
            </a:r>
            <a:r>
              <a:rPr lang="en-US" sz="5400" b="1" dirty="0" err="1">
                <a:solidFill>
                  <a:srgbClr val="FF0000"/>
                </a:solidFill>
                <a:latin typeface="Raleway Black"/>
              </a:rPr>
              <a:t>Mangement</a:t>
            </a:r>
            <a:r>
              <a:rPr lang="en-US" sz="5400" b="1" dirty="0">
                <a:solidFill>
                  <a:srgbClr val="FF0000"/>
                </a:solidFill>
                <a:latin typeface="Raleway Black"/>
              </a:rPr>
              <a:t> </a:t>
            </a:r>
            <a:endParaRPr lang="en-US" sz="5400" b="0" u="none" strike="noStrike" dirty="0">
              <a:solidFill>
                <a:srgbClr val="FF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ircle/>
      </p:transition>
    </mc:Choice>
    <mc:Fallback>
      <p:transition spd="slow">
        <p:circl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Rectangle 110"/>
          <p:cNvSpPr/>
          <p:nvPr/>
        </p:nvSpPr>
        <p:spPr>
          <a:xfrm>
            <a:off x="476280" y="380880"/>
            <a:ext cx="5947380" cy="70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sng" strike="noStrike" dirty="0">
                <a:solidFill>
                  <a:srgbClr val="FF0000"/>
                </a:solidFill>
                <a:effectLst/>
                <a:uFillTx/>
                <a:latin typeface="Raleway Black"/>
              </a:rPr>
              <a:t>Hospital Management Scope</a:t>
            </a:r>
            <a:endParaRPr lang="en-US" sz="3000" b="0" u="sng" strike="noStrike" dirty="0">
              <a:solidFill>
                <a:srgbClr val="FF0000"/>
              </a:solidFill>
              <a:effectLst/>
              <a:uFillTx/>
              <a:latin typeface="OpenSymbol"/>
            </a:endParaRPr>
          </a:p>
        </p:txBody>
      </p:sp>
      <p:sp>
        <p:nvSpPr>
          <p:cNvPr id="112" name="Rectangle 111"/>
          <p:cNvSpPr/>
          <p:nvPr/>
        </p:nvSpPr>
        <p:spPr>
          <a:xfrm>
            <a:off x="476280" y="1238399"/>
            <a:ext cx="8191080" cy="276860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 lnSpcReduction="20000"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IN" sz="1600" dirty="0"/>
              <a:t>The </a:t>
            </a:r>
            <a:r>
              <a:rPr lang="en-IN" sz="1600" b="1" dirty="0"/>
              <a:t>Hospital Management Database System</a:t>
            </a:r>
            <a:r>
              <a:rPr lang="en-IN" sz="1600" dirty="0"/>
              <a:t> is designed to manage hospital operations efficiently using a relational database. It stores and organizes information related to </a:t>
            </a:r>
            <a:r>
              <a:rPr lang="en-IN" sz="1600" b="1" dirty="0"/>
              <a:t>departments, doctors, patients, appointments, admissions, treatments, and billing</a:t>
            </a:r>
            <a:r>
              <a:rPr lang="en-IN" sz="1600" dirty="0"/>
              <a:t>. The database minimizes data redundancy, improves accuracy, and enables quick access to patient and hospital records. It uses </a:t>
            </a:r>
            <a:r>
              <a:rPr lang="en-IN" sz="1600" b="1" dirty="0"/>
              <a:t>primary keys, foreign keys, joins, subqueries, views, and aggregate functions</a:t>
            </a:r>
            <a:r>
              <a:rPr lang="en-IN" sz="1600" dirty="0"/>
              <a:t> to maintain data integrity and generate meaningful reports. The system supports appointment scheduling, patient treatment, billing management, and hospital analytics, providing a reliable and scalable solution for improving healthcare administration and decision-making processes.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ircle/>
      </p:transition>
    </mc:Choice>
    <mc:Fallback>
      <p:transition spd="slow">
        <p:circl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758B0-ED7D-0AB6-3DB9-9F36A9EC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6070" y="95351"/>
            <a:ext cx="3511860" cy="609398"/>
          </a:xfrm>
        </p:spPr>
        <p:txBody>
          <a:bodyPr/>
          <a:lstStyle/>
          <a:p>
            <a:pPr algn="ctr"/>
            <a:r>
              <a:rPr lang="en-IN" dirty="0">
                <a:solidFill>
                  <a:srgbClr val="FF0000"/>
                </a:solidFill>
              </a:rPr>
              <a:t>ERR</a:t>
            </a:r>
            <a:r>
              <a:rPr lang="en-IN" dirty="0"/>
              <a:t> </a:t>
            </a:r>
            <a:r>
              <a:rPr lang="en-IN" dirty="0">
                <a:solidFill>
                  <a:srgbClr val="FF0000"/>
                </a:solidFill>
              </a:rPr>
              <a:t>Diagram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66F0364-3DE8-E1E4-56DD-04B693B774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2000"/>
            <a:ext cx="9144000" cy="4381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55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ircle/>
      </p:transition>
    </mc:Choice>
    <mc:Fallback>
      <p:transition spd="slow">
        <p:circl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6F4203-1367-2840-6C59-C430BFA20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7F0D1-3C3B-F1D0-DAA3-115C06C456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800815"/>
            <a:ext cx="6659880" cy="2215991"/>
          </a:xfrm>
        </p:spPr>
        <p:txBody>
          <a:bodyPr/>
          <a:lstStyle/>
          <a:p>
            <a:pPr algn="ctr"/>
            <a:r>
              <a:rPr lang="en-IN" sz="8000" b="1" i="1" u="sng" dirty="0">
                <a:solidFill>
                  <a:srgbClr val="FF0000"/>
                </a:solidFill>
              </a:rPr>
              <a:t>TABLES STRUTURE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B9C7DC-3D29-F8FB-3924-CDC3355525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2237" y="906635"/>
            <a:ext cx="0" cy="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8886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circle/>
      </p:transition>
    </mc:Choice>
    <mc:Fallback>
      <p:transition>
        <p:circl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2AE3C-A6AF-D464-C8E1-6421A6014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7920" y="230041"/>
            <a:ext cx="4447800" cy="332399"/>
          </a:xfrm>
        </p:spPr>
        <p:txBody>
          <a:bodyPr/>
          <a:lstStyle/>
          <a:p>
            <a:pPr algn="ctr"/>
            <a:r>
              <a:rPr lang="en-IN" sz="2400" dirty="0">
                <a:solidFill>
                  <a:srgbClr val="FF0000"/>
                </a:solidFill>
              </a:rPr>
              <a:t>Structure of Department Table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72D306-1873-4170-D9F9-C80274FA98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20" y="800102"/>
            <a:ext cx="4500000" cy="377532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4A598F1-0253-4C07-DCF3-C1AE6B4F99E8}"/>
              </a:ext>
            </a:extLst>
          </p:cNvPr>
          <p:cNvSpPr txBox="1"/>
          <p:nvPr/>
        </p:nvSpPr>
        <p:spPr>
          <a:xfrm>
            <a:off x="4724400" y="800102"/>
            <a:ext cx="397002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Department</a:t>
            </a:r>
            <a:r>
              <a:rPr lang="en-IN" dirty="0"/>
              <a:t> table stores hospital department details, including department ID, name, location and assigned head doctor.</a:t>
            </a:r>
          </a:p>
          <a:p>
            <a:endParaRPr lang="en-IN" dirty="0"/>
          </a:p>
          <a:p>
            <a:r>
              <a:rPr lang="en-IN" dirty="0"/>
              <a:t>Syntax: </a:t>
            </a:r>
            <a:r>
              <a:rPr lang="en-IN" dirty="0" err="1"/>
              <a:t>desc</a:t>
            </a:r>
            <a:r>
              <a:rPr lang="en-IN" dirty="0"/>
              <a:t> departments;</a:t>
            </a:r>
          </a:p>
        </p:txBody>
      </p:sp>
    </p:spTree>
    <p:extLst>
      <p:ext uri="{BB962C8B-B14F-4D97-AF65-F5344CB8AC3E}">
        <p14:creationId xmlns:p14="http://schemas.microsoft.com/office/powerpoint/2010/main" val="16911489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ircle/>
      </p:transition>
    </mc:Choice>
    <mc:Fallback>
      <p:transition spd="slow">
        <p:circl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DAD7A8-27B1-6D8A-B77B-5719578D8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BAF4D-3868-0EC9-2E94-0FA0C4CE7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7920" y="230041"/>
            <a:ext cx="4447800" cy="332399"/>
          </a:xfrm>
        </p:spPr>
        <p:txBody>
          <a:bodyPr/>
          <a:lstStyle/>
          <a:p>
            <a:pPr algn="ctr"/>
            <a:r>
              <a:rPr lang="en-IN" sz="2400" dirty="0">
                <a:solidFill>
                  <a:srgbClr val="FF0000"/>
                </a:solidFill>
              </a:rPr>
              <a:t>Structure of Patient Table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BE8FC6-0AEC-8060-2CD4-E4E8C39223DA}"/>
              </a:ext>
            </a:extLst>
          </p:cNvPr>
          <p:cNvSpPr txBox="1"/>
          <p:nvPr/>
        </p:nvSpPr>
        <p:spPr>
          <a:xfrm>
            <a:off x="4724400" y="800102"/>
            <a:ext cx="397002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The </a:t>
            </a:r>
            <a:r>
              <a:rPr lang="en-IN" b="1" dirty="0"/>
              <a:t>Patient</a:t>
            </a:r>
            <a:r>
              <a:rPr lang="en-IN" dirty="0"/>
              <a:t> table stores patient information, including patient ID, personal details, contact information, gender, age, city, registration date and etc.</a:t>
            </a:r>
          </a:p>
          <a:p>
            <a:endParaRPr lang="en-IN" dirty="0"/>
          </a:p>
          <a:p>
            <a:r>
              <a:rPr lang="en-IN" dirty="0"/>
              <a:t>Syntax: DESC patients;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96B103-0B8E-EF3C-D3DC-713D5099F9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20" y="800102"/>
            <a:ext cx="4500000" cy="3738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7486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ircle/>
      </p:transition>
    </mc:Choice>
    <mc:Fallback>
      <p:transition spd="slow">
        <p:circl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BBE1C4-E77B-3F2D-218F-E0F40E65D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1D593-8A9B-89FE-7CA0-98A51F3A3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7920" y="230041"/>
            <a:ext cx="4447800" cy="332399"/>
          </a:xfrm>
        </p:spPr>
        <p:txBody>
          <a:bodyPr/>
          <a:lstStyle/>
          <a:p>
            <a:pPr algn="ctr"/>
            <a:r>
              <a:rPr lang="en-IN" sz="2400" dirty="0">
                <a:solidFill>
                  <a:srgbClr val="FF0000"/>
                </a:solidFill>
              </a:rPr>
              <a:t>Structure of Doctor Table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5F76C6-94F6-8826-209B-0F4659CC78DB}"/>
              </a:ext>
            </a:extLst>
          </p:cNvPr>
          <p:cNvSpPr txBox="1"/>
          <p:nvPr/>
        </p:nvSpPr>
        <p:spPr>
          <a:xfrm>
            <a:off x="4724400" y="800102"/>
            <a:ext cx="397002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The </a:t>
            </a:r>
            <a:r>
              <a:rPr lang="en-IN" b="1" dirty="0"/>
              <a:t>Doctors</a:t>
            </a:r>
            <a:r>
              <a:rPr lang="en-IN" dirty="0"/>
              <a:t> table stores doctor information including doctor ID, name, specialization, department, contact details and joining date.</a:t>
            </a:r>
          </a:p>
          <a:p>
            <a:endParaRPr lang="en-IN" dirty="0"/>
          </a:p>
          <a:p>
            <a:r>
              <a:rPr lang="en-IN" dirty="0"/>
              <a:t>Syntax: DESC doctors;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2BC9BD-B827-5BC3-05A1-E949820D8A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947" y="800102"/>
            <a:ext cx="4131988" cy="37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2811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ircle/>
      </p:transition>
    </mc:Choice>
    <mc:Fallback>
      <p:transition spd="slow">
        <p:circl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205AEC-4051-689F-6566-651BF29FB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F0BC2-59E5-CB10-CA85-DBF36142E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7920" y="230041"/>
            <a:ext cx="4447800" cy="332399"/>
          </a:xfrm>
        </p:spPr>
        <p:txBody>
          <a:bodyPr/>
          <a:lstStyle/>
          <a:p>
            <a:pPr algn="ctr"/>
            <a:r>
              <a:rPr lang="en-IN" sz="2400" dirty="0">
                <a:solidFill>
                  <a:srgbClr val="FF0000"/>
                </a:solidFill>
              </a:rPr>
              <a:t>Structure of Appointment Table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843CA4-4266-25E2-7A81-D4E4AFDD7553}"/>
              </a:ext>
            </a:extLst>
          </p:cNvPr>
          <p:cNvSpPr txBox="1"/>
          <p:nvPr/>
        </p:nvSpPr>
        <p:spPr>
          <a:xfrm>
            <a:off x="4724400" y="800102"/>
            <a:ext cx="397002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The </a:t>
            </a:r>
            <a:r>
              <a:rPr lang="en-IN" b="1" dirty="0"/>
              <a:t>Appointments</a:t>
            </a:r>
            <a:r>
              <a:rPr lang="en-IN" dirty="0"/>
              <a:t> table stores appointment details including appointment ID, patient ID, doctor ID, appointment date, time, and status.</a:t>
            </a:r>
          </a:p>
          <a:p>
            <a:endParaRPr lang="en-IN" dirty="0"/>
          </a:p>
          <a:p>
            <a:r>
              <a:rPr lang="en-IN" dirty="0"/>
              <a:t>Syntax: DESC Appointments;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B8ED03-C4A6-0E1D-8EDE-5459F5A5F6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409" y="800102"/>
            <a:ext cx="4168501" cy="3398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9561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ircle/>
      </p:transition>
    </mc:Choice>
    <mc:Fallback>
      <p:transition spd="slow">
        <p:circl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2752B-34AF-1CFD-34C2-469B4F0D8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9A897-E23B-A68A-8EDC-035D20F86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7920" y="230041"/>
            <a:ext cx="4447800" cy="332399"/>
          </a:xfrm>
        </p:spPr>
        <p:txBody>
          <a:bodyPr/>
          <a:lstStyle/>
          <a:p>
            <a:pPr algn="ctr"/>
            <a:r>
              <a:rPr lang="en-IN" sz="2400" dirty="0">
                <a:solidFill>
                  <a:srgbClr val="FF0000"/>
                </a:solidFill>
              </a:rPr>
              <a:t>Structure of Admission Table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0E9F07-3E97-A9DB-293F-83DE57E603CC}"/>
              </a:ext>
            </a:extLst>
          </p:cNvPr>
          <p:cNvSpPr txBox="1"/>
          <p:nvPr/>
        </p:nvSpPr>
        <p:spPr>
          <a:xfrm>
            <a:off x="4724400" y="800102"/>
            <a:ext cx="397002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The </a:t>
            </a:r>
            <a:r>
              <a:rPr lang="en-IN" b="1" dirty="0"/>
              <a:t>Admissions</a:t>
            </a:r>
            <a:r>
              <a:rPr lang="en-IN" dirty="0"/>
              <a:t> table stores patient admission details including admission ID, patient ID, doctor ID, admission date, discharge date, admission type ,status  and room number..</a:t>
            </a:r>
          </a:p>
          <a:p>
            <a:endParaRPr lang="en-IN" dirty="0"/>
          </a:p>
          <a:p>
            <a:r>
              <a:rPr lang="en-IN" dirty="0"/>
              <a:t>Syntax: DESC admissions;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2A4B54-776F-EC0B-A44C-C54AC543DF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71" y="800102"/>
            <a:ext cx="4359298" cy="37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5469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ircle/>
      </p:transition>
    </mc:Choice>
    <mc:Fallback>
      <p:transition spd="slow">
        <p:circl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90B8A2-A208-3D18-A0C0-9D6416D6A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5F0B8-4681-C73F-B30A-94B97F26E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7920" y="230041"/>
            <a:ext cx="4447800" cy="332399"/>
          </a:xfrm>
        </p:spPr>
        <p:txBody>
          <a:bodyPr/>
          <a:lstStyle/>
          <a:p>
            <a:pPr algn="ctr"/>
            <a:r>
              <a:rPr lang="en-IN" sz="2400" dirty="0">
                <a:solidFill>
                  <a:srgbClr val="FF0000"/>
                </a:solidFill>
              </a:rPr>
              <a:t>Structure of Treatment Table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106234-67E6-472A-0E3B-B47C0A7C3CAC}"/>
              </a:ext>
            </a:extLst>
          </p:cNvPr>
          <p:cNvSpPr txBox="1"/>
          <p:nvPr/>
        </p:nvSpPr>
        <p:spPr>
          <a:xfrm>
            <a:off x="4724400" y="800102"/>
            <a:ext cx="397002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The </a:t>
            </a:r>
            <a:r>
              <a:rPr lang="en-IN" b="1" dirty="0"/>
              <a:t>Treatments</a:t>
            </a:r>
            <a:r>
              <a:rPr lang="en-IN" dirty="0"/>
              <a:t> table stores treatment details including treatment ID, patient ID, doctor ID, admission ID, treatment description, diagnosis, treatment type, treatment cost, and date.</a:t>
            </a:r>
          </a:p>
          <a:p>
            <a:endParaRPr lang="en-IN" dirty="0"/>
          </a:p>
          <a:p>
            <a:r>
              <a:rPr lang="en-IN" dirty="0"/>
              <a:t>Syntax: DESC treatments;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A9FC0D-BD33-6F5F-AFC0-C8C0B17D82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85" y="800103"/>
            <a:ext cx="4500000" cy="3722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7129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ircle/>
      </p:transition>
    </mc:Choice>
    <mc:Fallback>
      <p:transition spd="slow">
        <p:circl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9518DC-93D8-997B-4900-C78AA9A1B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09023-D0E6-9E73-03BC-4C46CB43B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7920" y="230041"/>
            <a:ext cx="4447800" cy="332399"/>
          </a:xfrm>
        </p:spPr>
        <p:txBody>
          <a:bodyPr/>
          <a:lstStyle/>
          <a:p>
            <a:pPr algn="ctr"/>
            <a:r>
              <a:rPr lang="en-IN" sz="2400" dirty="0">
                <a:solidFill>
                  <a:srgbClr val="FF0000"/>
                </a:solidFill>
              </a:rPr>
              <a:t>Structure of Billing Table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061E1F-AEA7-83B7-0730-F63732CC1E6F}"/>
              </a:ext>
            </a:extLst>
          </p:cNvPr>
          <p:cNvSpPr txBox="1"/>
          <p:nvPr/>
        </p:nvSpPr>
        <p:spPr>
          <a:xfrm>
            <a:off x="4724400" y="800102"/>
            <a:ext cx="397002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The </a:t>
            </a:r>
            <a:r>
              <a:rPr lang="en-IN" b="1" dirty="0"/>
              <a:t>Billing</a:t>
            </a:r>
            <a:r>
              <a:rPr lang="en-IN" dirty="0"/>
              <a:t> table stores billing information including bill ID, patient ID, treatment ID, total amount, payment method, and payment status.</a:t>
            </a:r>
          </a:p>
          <a:p>
            <a:endParaRPr lang="en-IN" dirty="0"/>
          </a:p>
          <a:p>
            <a:r>
              <a:rPr lang="en-IN" dirty="0"/>
              <a:t>Syntax: DESC BILLING;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E97D57A-4A47-E49F-1836-ADD9B941CD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930" y="792669"/>
            <a:ext cx="4500000" cy="3745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4905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ircle/>
      </p:transition>
    </mc:Choice>
    <mc:Fallback>
      <p:transition spd="slow">
        <p:circl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1EECB-773E-15B8-B74C-3A2FBB966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98A0C-1DD4-EBB7-3244-C2000D805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800815"/>
            <a:ext cx="6659880" cy="2215991"/>
          </a:xfrm>
        </p:spPr>
        <p:txBody>
          <a:bodyPr/>
          <a:lstStyle/>
          <a:p>
            <a:pPr algn="ctr"/>
            <a:r>
              <a:rPr lang="en-IN" sz="8000" b="1" i="1" u="sng" dirty="0">
                <a:solidFill>
                  <a:srgbClr val="FF0000"/>
                </a:solidFill>
              </a:rPr>
              <a:t>TABLES CONTENT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546CE4-0DC0-D24A-A775-63A041482E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2237" y="906635"/>
            <a:ext cx="0" cy="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6212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ircle/>
      </p:transition>
    </mc:Choice>
    <mc:Fallback>
      <p:transition spd="slow">
        <p:circl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E0D41-A28E-D9FF-DBB3-CC4640DC9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2524" y="146220"/>
            <a:ext cx="4038950" cy="332399"/>
          </a:xfrm>
        </p:spPr>
        <p:txBody>
          <a:bodyPr/>
          <a:lstStyle/>
          <a:p>
            <a:pPr algn="ctr"/>
            <a:r>
              <a:rPr lang="en-IN" sz="2400" dirty="0">
                <a:solidFill>
                  <a:srgbClr val="FF0000"/>
                </a:solidFill>
              </a:rPr>
              <a:t>Content of Department Table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FFC176B-2149-AC4C-F2B6-16E66FC4E9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7220"/>
            <a:ext cx="9144000" cy="4526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52747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ircle/>
      </p:transition>
    </mc:Choice>
    <mc:Fallback>
      <p:transition spd="slow">
        <p:circl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DF769-B7C8-E00D-719A-7E37F230B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C9FF8-85EA-CBD6-CF34-83A7026A8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2524" y="146220"/>
            <a:ext cx="4038950" cy="332399"/>
          </a:xfrm>
        </p:spPr>
        <p:txBody>
          <a:bodyPr/>
          <a:lstStyle/>
          <a:p>
            <a:pPr algn="ctr"/>
            <a:r>
              <a:rPr lang="en-IN" sz="2400" dirty="0">
                <a:solidFill>
                  <a:srgbClr val="FF0000"/>
                </a:solidFill>
              </a:rPr>
              <a:t>Content of Patient Table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C29242-64E7-089B-E1C9-FEBC3C0B80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7220"/>
            <a:ext cx="9144000" cy="4526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12371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ircle/>
      </p:transition>
    </mc:Choice>
    <mc:Fallback>
      <p:transition spd="slow">
        <p:circl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6032C-B5C5-53D8-19DC-6FE93E138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0B0E1-FAD2-7804-CC32-8813EFE33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2524" y="146220"/>
            <a:ext cx="4038950" cy="332399"/>
          </a:xfrm>
        </p:spPr>
        <p:txBody>
          <a:bodyPr/>
          <a:lstStyle/>
          <a:p>
            <a:pPr algn="ctr"/>
            <a:r>
              <a:rPr lang="en-IN" sz="2400" dirty="0">
                <a:solidFill>
                  <a:srgbClr val="FF0000"/>
                </a:solidFill>
              </a:rPr>
              <a:t>Content of Doctor Table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8DDD90-2CA1-DB5C-7019-7807943227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2237" y="906635"/>
            <a:ext cx="0" cy="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55D5ABC-187D-21F4-F0C1-C806F76DEA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670561"/>
            <a:ext cx="9144000" cy="44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0394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ircle/>
      </p:transition>
    </mc:Choice>
    <mc:Fallback>
      <p:transition spd="slow">
        <p:circl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303AAF-DE30-03EF-5040-BBA8C3688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C4FBA-C033-E811-AB26-243E1A091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2524" y="146220"/>
            <a:ext cx="4122596" cy="332399"/>
          </a:xfrm>
        </p:spPr>
        <p:txBody>
          <a:bodyPr/>
          <a:lstStyle/>
          <a:p>
            <a:pPr algn="ctr"/>
            <a:r>
              <a:rPr lang="en-IN" sz="2400" dirty="0">
                <a:solidFill>
                  <a:srgbClr val="FF0000"/>
                </a:solidFill>
              </a:rPr>
              <a:t>Content of Appointment Table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37FCA4-8A10-8DB0-B003-052E6FA858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2237" y="906635"/>
            <a:ext cx="0" cy="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BD03156-7462-410F-66CE-9992EFB8B2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4840"/>
            <a:ext cx="9144000" cy="4518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8367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ircle/>
      </p:transition>
    </mc:Choice>
    <mc:Fallback>
      <p:transition spd="slow">
        <p:circl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FE136D-274B-8413-CC3A-B4F1CABBE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65B08-1D50-A21B-1C9C-905BF1ECB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2524" y="146220"/>
            <a:ext cx="4122596" cy="332399"/>
          </a:xfrm>
        </p:spPr>
        <p:txBody>
          <a:bodyPr/>
          <a:lstStyle/>
          <a:p>
            <a:pPr algn="ctr"/>
            <a:r>
              <a:rPr lang="en-IN" sz="2400" dirty="0">
                <a:solidFill>
                  <a:srgbClr val="FF0000"/>
                </a:solidFill>
              </a:rPr>
              <a:t>Content of Admission Table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07F2B1-1B58-C232-14F5-AF8B003802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2237" y="906635"/>
            <a:ext cx="0" cy="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D7FF480-929F-5FB2-BA5B-F8026CDAD6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40081"/>
            <a:ext cx="9144000" cy="4503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0439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ircle/>
      </p:transition>
    </mc:Choice>
    <mc:Fallback>
      <p:transition spd="slow">
        <p:circl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7774B6-9D82-42CF-8FB8-760BAAC696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D5F19-1C6D-8B8B-D43F-0939629B5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2524" y="146220"/>
            <a:ext cx="4122596" cy="332399"/>
          </a:xfrm>
        </p:spPr>
        <p:txBody>
          <a:bodyPr/>
          <a:lstStyle/>
          <a:p>
            <a:pPr algn="ctr"/>
            <a:r>
              <a:rPr lang="en-IN" sz="2400" dirty="0">
                <a:solidFill>
                  <a:srgbClr val="FF0000"/>
                </a:solidFill>
              </a:rPr>
              <a:t>Content of Treatment Table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74534F-3A35-57AF-F24D-9502C048E4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2237" y="906635"/>
            <a:ext cx="0" cy="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17EF60B-29F0-853F-1519-5F2202049E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6260"/>
            <a:ext cx="9144000" cy="4587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0408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ircle/>
      </p:transition>
    </mc:Choice>
    <mc:Fallback>
      <p:transition spd="slow">
        <p:circl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8EC145-A560-E046-C788-1C56E9033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77C91-A993-A436-3FB3-34358C6A6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2524" y="146220"/>
            <a:ext cx="4122596" cy="332399"/>
          </a:xfrm>
        </p:spPr>
        <p:txBody>
          <a:bodyPr/>
          <a:lstStyle/>
          <a:p>
            <a:pPr algn="ctr"/>
            <a:r>
              <a:rPr lang="en-IN" sz="2400" dirty="0">
                <a:solidFill>
                  <a:srgbClr val="FF0000"/>
                </a:solidFill>
              </a:rPr>
              <a:t>Content of Billing Table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FACF4F6-145D-317D-FA4D-51B08A2AA6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2237" y="906635"/>
            <a:ext cx="0" cy="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F3876F4-CBB6-9BF2-6648-93EF865ACD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78619"/>
            <a:ext cx="9144000" cy="4664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8256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ircle/>
      </p:transition>
    </mc:Choice>
    <mc:Fallback>
      <p:transition spd="slow">
        <p:circl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24B362-E70E-3D0F-50A8-D2161B403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37754-A629-643B-3117-08E3CDC64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1354812"/>
            <a:ext cx="6659880" cy="1107996"/>
          </a:xfrm>
        </p:spPr>
        <p:txBody>
          <a:bodyPr/>
          <a:lstStyle/>
          <a:p>
            <a:pPr algn="ctr"/>
            <a:r>
              <a:rPr lang="en-IN" sz="8000" b="1" i="1" u="sng" dirty="0">
                <a:solidFill>
                  <a:srgbClr val="FF0000"/>
                </a:solidFill>
              </a:rPr>
              <a:t>SUBQUIRES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41755E-30A8-5387-52EB-92B718B0B3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2237" y="906635"/>
            <a:ext cx="0" cy="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77646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ircle/>
      </p:transition>
    </mc:Choice>
    <mc:Fallback>
      <p:transition spd="slow">
        <p:circl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9E951B-DD85-F616-2143-B12C7A196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EED31-8527-CF3E-DE43-484DEE6F3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2524" y="146220"/>
            <a:ext cx="4122596" cy="332399"/>
          </a:xfrm>
        </p:spPr>
        <p:txBody>
          <a:bodyPr/>
          <a:lstStyle/>
          <a:p>
            <a:pPr algn="ctr"/>
            <a:r>
              <a:rPr lang="en-IN" sz="2400" dirty="0">
                <a:solidFill>
                  <a:srgbClr val="FF0000"/>
                </a:solidFill>
              </a:rPr>
              <a:t>Single-Row Subquery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7786E2-97CA-E8D4-5F7F-6C5AA589DA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2237" y="906635"/>
            <a:ext cx="0" cy="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7E2D567-BEE7-2516-300D-57C16EFF12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22" y="1705440"/>
            <a:ext cx="9102178" cy="32918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0CCFCD6-52D5-BC1A-483B-1E925C36F551}"/>
              </a:ext>
            </a:extLst>
          </p:cNvPr>
          <p:cNvSpPr txBox="1"/>
          <p:nvPr/>
        </p:nvSpPr>
        <p:spPr>
          <a:xfrm>
            <a:off x="297180" y="762000"/>
            <a:ext cx="8343900" cy="846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/>
              <a:t> </a:t>
            </a:r>
            <a:r>
              <a:rPr lang="en-IN" dirty="0">
                <a:solidFill>
                  <a:srgbClr val="FF0000"/>
                </a:solidFill>
              </a:rPr>
              <a:t>Find the treatment with the highest cost.</a:t>
            </a:r>
          </a:p>
          <a:p>
            <a:r>
              <a:rPr lang="en-IN" dirty="0"/>
              <a:t>SYNTAX</a:t>
            </a:r>
            <a:r>
              <a:rPr lang="en-IN" sz="1300" dirty="0"/>
              <a:t>: </a:t>
            </a:r>
            <a:r>
              <a:rPr lang="en-IN" sz="1300" dirty="0">
                <a:solidFill>
                  <a:schemeClr val="accent6">
                    <a:lumMod val="25000"/>
                  </a:schemeClr>
                </a:solidFill>
              </a:rPr>
              <a:t>SELECT Patient_id, treatment_type, treatment_date, treatment_cost FROM Treatments WHERE treatment_cost =(SELECT MAX(treatment_cost) FROM Treatments);</a:t>
            </a:r>
          </a:p>
        </p:txBody>
      </p:sp>
    </p:spTree>
    <p:extLst>
      <p:ext uri="{BB962C8B-B14F-4D97-AF65-F5344CB8AC3E}">
        <p14:creationId xmlns:p14="http://schemas.microsoft.com/office/powerpoint/2010/main" val="9243517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ircle/>
      </p:transition>
    </mc:Choice>
    <mc:Fallback>
      <p:transition spd="slow">
        <p:circl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EB85B3-933A-83FF-7BA3-31EEFE2B23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F4831-E353-5394-D536-A6E5482D3D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2524" y="146220"/>
            <a:ext cx="4122596" cy="332399"/>
          </a:xfrm>
        </p:spPr>
        <p:txBody>
          <a:bodyPr/>
          <a:lstStyle/>
          <a:p>
            <a:pPr algn="ctr"/>
            <a:r>
              <a:rPr lang="en-IN" sz="2400" dirty="0">
                <a:solidFill>
                  <a:srgbClr val="FF0000"/>
                </a:solidFill>
              </a:rPr>
              <a:t>Single-Row Subquery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813ED3-F408-8CDD-43A7-BDE0B59C15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2237" y="906635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26CCD80-0C54-9912-B3FA-E4BC9F7242F6}"/>
              </a:ext>
            </a:extLst>
          </p:cNvPr>
          <p:cNvSpPr txBox="1"/>
          <p:nvPr/>
        </p:nvSpPr>
        <p:spPr>
          <a:xfrm>
            <a:off x="297180" y="762000"/>
            <a:ext cx="8343900" cy="846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FF0000"/>
                </a:solidFill>
              </a:rPr>
              <a:t> Find doctors working in the Cardiology department. </a:t>
            </a:r>
          </a:p>
          <a:p>
            <a:r>
              <a:rPr lang="en-IN" dirty="0"/>
              <a:t>SYNTAX: </a:t>
            </a:r>
            <a:r>
              <a:rPr lang="en-US" sz="1300" dirty="0">
                <a:solidFill>
                  <a:schemeClr val="accent6">
                    <a:lumMod val="25000"/>
                  </a:schemeClr>
                </a:solidFill>
              </a:rPr>
              <a:t>SELECT * FROM Doctors WHERE department_id =(SELECT department_id FROM Departments WHERE department_name='Cardiology');</a:t>
            </a:r>
            <a:endParaRPr lang="en-IN" sz="1300" dirty="0">
              <a:solidFill>
                <a:schemeClr val="accent6">
                  <a:lumMod val="25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6E5B0F9-9309-1C2A-C3B8-B539DF28F3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71580"/>
            <a:ext cx="9144000" cy="3371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04792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ircle/>
      </p:transition>
    </mc:Choice>
    <mc:Fallback>
      <p:transition spd="slow">
        <p:circl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A88845-B946-6F45-6630-9C5C21CF6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88427-7B3F-45F5-394E-BFD2B8C8F9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2524" y="146220"/>
            <a:ext cx="4122596" cy="332399"/>
          </a:xfrm>
        </p:spPr>
        <p:txBody>
          <a:bodyPr/>
          <a:lstStyle/>
          <a:p>
            <a:pPr algn="ctr"/>
            <a:r>
              <a:rPr lang="en-IN" sz="2400" dirty="0">
                <a:solidFill>
                  <a:srgbClr val="FF0000"/>
                </a:solidFill>
              </a:rPr>
              <a:t>Multi-Row Subquery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21C45E-6130-13E0-0405-13E6C523E6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2237" y="906635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1F9F260-E296-58A3-6D7F-0DF91B28AFE2}"/>
              </a:ext>
            </a:extLst>
          </p:cNvPr>
          <p:cNvSpPr txBox="1"/>
          <p:nvPr/>
        </p:nvSpPr>
        <p:spPr>
          <a:xfrm>
            <a:off x="297180" y="762000"/>
            <a:ext cx="83439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FF0000"/>
                </a:solidFill>
              </a:rPr>
              <a:t> Find doctors who belong to departments located in Block A. </a:t>
            </a:r>
          </a:p>
          <a:p>
            <a:r>
              <a:rPr lang="en-US" sz="1300" dirty="0"/>
              <a:t>SYNTAX: SELECT doctor_id, doctor_name, specialization, department_id FROM Doctors WHERE department_id IN( SELECT department_id FROM Departments WHERE location LIKE 'Block A%');</a:t>
            </a:r>
            <a:endParaRPr lang="en-IN" sz="13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8A2D91-53B2-904C-9BB9-66909722B2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06805"/>
            <a:ext cx="9143999" cy="3436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5159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ircle/>
      </p:transition>
    </mc:Choice>
    <mc:Fallback>
      <p:transition spd="slow">
        <p:circl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780748-A32C-D41B-2130-7C351045C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8D516-12D3-846B-DE7E-D66A3C91E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2524" y="146220"/>
            <a:ext cx="4122596" cy="332399"/>
          </a:xfrm>
        </p:spPr>
        <p:txBody>
          <a:bodyPr/>
          <a:lstStyle/>
          <a:p>
            <a:pPr algn="ctr"/>
            <a:r>
              <a:rPr lang="en-IN" sz="2400" dirty="0">
                <a:solidFill>
                  <a:srgbClr val="FF0000"/>
                </a:solidFill>
              </a:rPr>
              <a:t>Multi-Row Subquery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69AB3C-23F7-4415-439F-455F98AAD1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2237" y="906635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7ED1533-E689-BE72-20B3-6ED80102A99C}"/>
              </a:ext>
            </a:extLst>
          </p:cNvPr>
          <p:cNvSpPr txBox="1"/>
          <p:nvPr/>
        </p:nvSpPr>
        <p:spPr>
          <a:xfrm>
            <a:off x="297180" y="762000"/>
            <a:ext cx="8343900" cy="846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FF0000"/>
                </a:solidFill>
              </a:rPr>
              <a:t> Find patients having pending bills. </a:t>
            </a:r>
          </a:p>
          <a:p>
            <a:r>
              <a:rPr lang="en-US" dirty="0"/>
              <a:t>SYNTAX: </a:t>
            </a:r>
            <a:r>
              <a:rPr lang="en-US" sz="1300" dirty="0"/>
              <a:t>SELECT * FROM Patients WHERE patient_id IN(SELECT patient_id FROM Billing WHERE payment_status='Pending' );</a:t>
            </a:r>
            <a:endParaRPr lang="en-IN" sz="13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02524CC-5FB0-E1D0-0B69-9654E2E287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08386"/>
            <a:ext cx="9144000" cy="3535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2167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ircle/>
      </p:transition>
    </mc:Choice>
    <mc:Fallback>
      <p:transition spd="slow">
        <p:circl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D98941-A07B-593A-4BA4-B223ADBB03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CB30E-0145-B9B6-3267-EF89B4154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2524" y="146220"/>
            <a:ext cx="4122596" cy="448140"/>
          </a:xfrm>
        </p:spPr>
        <p:txBody>
          <a:bodyPr/>
          <a:lstStyle/>
          <a:p>
            <a:pPr algn="ctr"/>
            <a:r>
              <a:rPr lang="en-IN" sz="2400" dirty="0">
                <a:solidFill>
                  <a:srgbClr val="FF0000"/>
                </a:solidFill>
              </a:rPr>
              <a:t>Correlated Subquery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3062E5B-D727-AF30-1CD2-CFD5F55E1F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2237" y="906635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33B3AF6-7E74-295A-D9D3-841EDAEAA14C}"/>
              </a:ext>
            </a:extLst>
          </p:cNvPr>
          <p:cNvSpPr txBox="1"/>
          <p:nvPr/>
        </p:nvSpPr>
        <p:spPr>
          <a:xfrm>
            <a:off x="297180" y="762000"/>
            <a:ext cx="8343900" cy="846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FF0000"/>
                </a:solidFill>
              </a:rPr>
              <a:t> Find doctors whose average treatment cost is greater than ₹50,000 </a:t>
            </a:r>
            <a:r>
              <a:rPr lang="en-US" dirty="0"/>
              <a:t>SYNTAX: </a:t>
            </a:r>
            <a:r>
              <a:rPr lang="en-US" sz="1300" dirty="0"/>
              <a:t>select d. doctor_name FROM Doctors d WHERE (SELECT AVG(t.treatment_cost) FROM Treatments t WHERE t.doctor_id = d.doctor_id) &gt; 50000;</a:t>
            </a:r>
            <a:endParaRPr lang="en-IN" sz="13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EA3BC5-80C2-780C-8190-FB16FF785B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08386"/>
            <a:ext cx="9143999" cy="3535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818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ircle/>
      </p:transition>
    </mc:Choice>
    <mc:Fallback>
      <p:transition spd="slow">
        <p:circl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385A5-1BE6-F111-68B9-B7CB34563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BEE37-56AF-D963-0DA0-A806406E1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1354812"/>
            <a:ext cx="6659880" cy="1107996"/>
          </a:xfrm>
        </p:spPr>
        <p:txBody>
          <a:bodyPr/>
          <a:lstStyle/>
          <a:p>
            <a:pPr algn="ctr"/>
            <a:r>
              <a:rPr lang="en-IN" sz="8000" b="1" i="1" u="sng" dirty="0">
                <a:solidFill>
                  <a:srgbClr val="FF0000"/>
                </a:solidFill>
              </a:rPr>
              <a:t>JOINS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F857DC-377E-7C57-7374-A099129156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2237" y="906635"/>
            <a:ext cx="0" cy="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86713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ircle/>
      </p:transition>
    </mc:Choice>
    <mc:Fallback>
      <p:transition spd="slow">
        <p:circl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302353-54BE-4F3F-7EA5-772E6261E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26059-93BE-E445-C9AD-C73F8EAE2B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2524" y="146220"/>
            <a:ext cx="4122596" cy="332399"/>
          </a:xfrm>
        </p:spPr>
        <p:txBody>
          <a:bodyPr/>
          <a:lstStyle/>
          <a:p>
            <a:pPr algn="ctr"/>
            <a:r>
              <a:rPr lang="en-IN" sz="2400" dirty="0">
                <a:solidFill>
                  <a:srgbClr val="FF0000"/>
                </a:solidFill>
              </a:rPr>
              <a:t>Inner Join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8DEBFA-D3DE-C37B-D902-2732998D1D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2237" y="906635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AF1C816-60B3-AA44-2F4F-9279BC66CCCE}"/>
              </a:ext>
            </a:extLst>
          </p:cNvPr>
          <p:cNvSpPr txBox="1"/>
          <p:nvPr/>
        </p:nvSpPr>
        <p:spPr>
          <a:xfrm>
            <a:off x="297180" y="762000"/>
            <a:ext cx="8343900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/>
              <a:t> </a:t>
            </a:r>
            <a:r>
              <a:rPr lang="en-US" dirty="0">
                <a:solidFill>
                  <a:srgbClr val="FF0000"/>
                </a:solidFill>
              </a:rPr>
              <a:t>Display billing with doctor names</a:t>
            </a:r>
            <a:r>
              <a:rPr lang="en-IN" dirty="0">
                <a:solidFill>
                  <a:srgbClr val="FF0000"/>
                </a:solidFill>
              </a:rPr>
              <a:t>.</a:t>
            </a:r>
          </a:p>
          <a:p>
            <a:r>
              <a:rPr lang="en-IN" dirty="0"/>
              <a:t>SYNTAX</a:t>
            </a:r>
            <a:r>
              <a:rPr lang="en-IN" sz="1300" dirty="0"/>
              <a:t>: </a:t>
            </a:r>
            <a:r>
              <a:rPr lang="en-IN" sz="1300" dirty="0">
                <a:solidFill>
                  <a:schemeClr val="accent6">
                    <a:lumMod val="25000"/>
                  </a:schemeClr>
                </a:solidFill>
              </a:rPr>
              <a:t>SELECT b.patient_id, d.doctor_name, b.total_amount, b.payment_status FROM Billing b</a:t>
            </a:r>
          </a:p>
          <a:p>
            <a:r>
              <a:rPr lang="en-IN" sz="1300" dirty="0">
                <a:solidFill>
                  <a:schemeClr val="accent6">
                    <a:lumMod val="25000"/>
                  </a:schemeClr>
                </a:solidFill>
              </a:rPr>
              <a:t>INNER JOIN Treatments t ON b.treatment_id = t.treatment_id</a:t>
            </a:r>
          </a:p>
          <a:p>
            <a:r>
              <a:rPr lang="en-IN" sz="1300" dirty="0">
                <a:solidFill>
                  <a:schemeClr val="accent6">
                    <a:lumMod val="25000"/>
                  </a:schemeClr>
                </a:solidFill>
              </a:rPr>
              <a:t>INNER JOIN Doctors d ON t.doctor_id = d.doctor_id;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6A76EBF-98D0-C98C-FF98-E91AB59E89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08440"/>
            <a:ext cx="9144000" cy="3335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2265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ircle/>
      </p:transition>
    </mc:Choice>
    <mc:Fallback>
      <p:transition spd="slow">
        <p:circl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14EB8F-B133-1A88-6899-6733C762F8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1BF3F-76B9-854E-5244-EA2B4949A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2524" y="146220"/>
            <a:ext cx="4122596" cy="332399"/>
          </a:xfrm>
        </p:spPr>
        <p:txBody>
          <a:bodyPr/>
          <a:lstStyle/>
          <a:p>
            <a:pPr algn="ctr"/>
            <a:r>
              <a:rPr lang="en-IN" sz="2400" dirty="0">
                <a:solidFill>
                  <a:srgbClr val="FF0000"/>
                </a:solidFill>
              </a:rPr>
              <a:t>Left Join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33D8F9-426E-531A-43C9-55F4D26AA0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2237" y="906635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9EBB8FA-B7C1-7D3B-0706-0A49053301FA}"/>
              </a:ext>
            </a:extLst>
          </p:cNvPr>
          <p:cNvSpPr txBox="1"/>
          <p:nvPr/>
        </p:nvSpPr>
        <p:spPr>
          <a:xfrm>
            <a:off x="297180" y="762000"/>
            <a:ext cx="8343900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/>
              <a:t> </a:t>
            </a:r>
            <a:r>
              <a:rPr lang="en-US" dirty="0">
                <a:solidFill>
                  <a:srgbClr val="FF0000"/>
                </a:solidFill>
              </a:rPr>
              <a:t>Display all departments with doctors and appointments</a:t>
            </a:r>
          </a:p>
          <a:p>
            <a:r>
              <a:rPr lang="en-IN" dirty="0"/>
              <a:t>SYNTAX</a:t>
            </a:r>
            <a:r>
              <a:rPr lang="en-IN" sz="1300" dirty="0"/>
              <a:t>: </a:t>
            </a:r>
            <a:r>
              <a:rPr lang="en-US" sz="1300" dirty="0">
                <a:solidFill>
                  <a:schemeClr val="accent6">
                    <a:lumMod val="25000"/>
                  </a:schemeClr>
                </a:solidFill>
              </a:rPr>
              <a:t>SELECT dep.department_name, d.doctor_name, a.appointment_date, a.appointment_time, d.specialization FROM Departments dep </a:t>
            </a:r>
          </a:p>
          <a:p>
            <a:r>
              <a:rPr lang="en-US" sz="1300" dirty="0">
                <a:solidFill>
                  <a:schemeClr val="accent6">
                    <a:lumMod val="25000"/>
                  </a:schemeClr>
                </a:solidFill>
              </a:rPr>
              <a:t>LEFT JOIN Doctors d ON dep.department_id = d.department_id</a:t>
            </a:r>
          </a:p>
          <a:p>
            <a:r>
              <a:rPr lang="en-US" sz="1300" dirty="0">
                <a:solidFill>
                  <a:schemeClr val="accent6">
                    <a:lumMod val="25000"/>
                  </a:schemeClr>
                </a:solidFill>
              </a:rPr>
              <a:t>LEFT JOIN Appointments a ON d.doctor_id = a.doctor_id;</a:t>
            </a:r>
            <a:endParaRPr lang="en-IN" sz="1300" dirty="0">
              <a:solidFill>
                <a:schemeClr val="accent6">
                  <a:lumMod val="2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CCB33A-76E0-FB88-1815-3A4B6C5E75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55479"/>
            <a:ext cx="9144000" cy="3088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6128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ircle/>
      </p:transition>
    </mc:Choice>
    <mc:Fallback>
      <p:transition spd="slow">
        <p:circl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395765-F528-6499-838A-B9F709280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15430-A89D-6531-CFDC-3494D36D0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2524" y="146220"/>
            <a:ext cx="4122596" cy="332399"/>
          </a:xfrm>
        </p:spPr>
        <p:txBody>
          <a:bodyPr/>
          <a:lstStyle/>
          <a:p>
            <a:pPr algn="ctr"/>
            <a:r>
              <a:rPr lang="en-IN" sz="2400" dirty="0">
                <a:solidFill>
                  <a:srgbClr val="FF0000"/>
                </a:solidFill>
              </a:rPr>
              <a:t>Right Join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49C4E4-40F8-3D5E-0B5B-5F06D8BB21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2237" y="906635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ED39FE8-3AAF-8E66-FFD4-BDBC1F8BAC37}"/>
              </a:ext>
            </a:extLst>
          </p:cNvPr>
          <p:cNvSpPr txBox="1"/>
          <p:nvPr/>
        </p:nvSpPr>
        <p:spPr>
          <a:xfrm>
            <a:off x="297180" y="762000"/>
            <a:ext cx="8343900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/>
              <a:t> </a:t>
            </a:r>
            <a:r>
              <a:rPr lang="en-US" dirty="0">
                <a:solidFill>
                  <a:srgbClr val="FF0000"/>
                </a:solidFill>
              </a:rPr>
              <a:t>Display all appointments with department names </a:t>
            </a:r>
          </a:p>
          <a:p>
            <a:r>
              <a:rPr lang="en-IN" dirty="0"/>
              <a:t>SYNTAX</a:t>
            </a:r>
            <a:r>
              <a:rPr lang="en-IN" sz="1300" dirty="0"/>
              <a:t>: </a:t>
            </a:r>
            <a:r>
              <a:rPr lang="en-US" sz="1300" dirty="0">
                <a:solidFill>
                  <a:schemeClr val="accent6">
                    <a:lumMod val="25000"/>
                  </a:schemeClr>
                </a:solidFill>
              </a:rPr>
              <a:t>SELECT dep.department_name, d.doctor_name, a.appointment_date FROM Departments dep</a:t>
            </a:r>
          </a:p>
          <a:p>
            <a:r>
              <a:rPr lang="en-US" sz="1300" dirty="0">
                <a:solidFill>
                  <a:schemeClr val="accent6">
                    <a:lumMod val="25000"/>
                  </a:schemeClr>
                </a:solidFill>
              </a:rPr>
              <a:t>RIGHT JOIN Doctors d ON dep.department_id = d.department_id</a:t>
            </a:r>
          </a:p>
          <a:p>
            <a:r>
              <a:rPr lang="en-US" sz="1300" dirty="0">
                <a:solidFill>
                  <a:schemeClr val="accent6">
                    <a:lumMod val="25000"/>
                  </a:schemeClr>
                </a:solidFill>
              </a:rPr>
              <a:t>RIGHT JOIN Appointments a ON d.doctor_id = a.doctor_id;</a:t>
            </a:r>
            <a:endParaRPr lang="en-IN" sz="1300" dirty="0">
              <a:solidFill>
                <a:schemeClr val="accent6">
                  <a:lumMod val="25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090FDAA-7A58-C81F-53C8-1B85D57AD8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1808440"/>
            <a:ext cx="9143999" cy="3335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8980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ircle/>
      </p:transition>
    </mc:Choice>
    <mc:Fallback>
      <p:transition spd="slow">
        <p:circl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EF0BC4-A74D-C265-5131-F0E1A939CA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4F6B8-24AE-9050-6FE1-90FD89EEB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2524" y="146220"/>
            <a:ext cx="4122596" cy="332399"/>
          </a:xfrm>
        </p:spPr>
        <p:txBody>
          <a:bodyPr/>
          <a:lstStyle/>
          <a:p>
            <a:pPr algn="ctr"/>
            <a:r>
              <a:rPr lang="en-IN" sz="2400" dirty="0">
                <a:solidFill>
                  <a:srgbClr val="FF0000"/>
                </a:solidFill>
              </a:rPr>
              <a:t>Union Join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06711B-B7CD-2063-EE7B-F568F02D6F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2237" y="906635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B4CE67C-64DC-B35C-F246-C2F8BD5EAB00}"/>
              </a:ext>
            </a:extLst>
          </p:cNvPr>
          <p:cNvSpPr txBox="1"/>
          <p:nvPr/>
        </p:nvSpPr>
        <p:spPr>
          <a:xfrm>
            <a:off x="297180" y="762000"/>
            <a:ext cx="8343900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/>
              <a:t> </a:t>
            </a:r>
            <a:r>
              <a:rPr lang="en-US" dirty="0">
                <a:solidFill>
                  <a:srgbClr val="FF0000"/>
                </a:solidFill>
              </a:rPr>
              <a:t>List doctor names and patient names alphabetically</a:t>
            </a:r>
          </a:p>
          <a:p>
            <a:r>
              <a:rPr lang="en-IN" dirty="0"/>
              <a:t>SYNTAX</a:t>
            </a:r>
            <a:r>
              <a:rPr lang="en-US" sz="1300" dirty="0"/>
              <a:t> </a:t>
            </a:r>
            <a:r>
              <a:rPr lang="en-US" sz="1300" dirty="0">
                <a:solidFill>
                  <a:schemeClr val="accent6">
                    <a:lumMod val="25000"/>
                  </a:schemeClr>
                </a:solidFill>
              </a:rPr>
              <a:t>SELECT doctor_name AS doc_Name FROM Doctors </a:t>
            </a:r>
          </a:p>
          <a:p>
            <a:r>
              <a:rPr lang="en-US" sz="1300" dirty="0">
                <a:solidFill>
                  <a:schemeClr val="accent6">
                    <a:lumMod val="25000"/>
                  </a:schemeClr>
                </a:solidFill>
              </a:rPr>
              <a:t>UNION</a:t>
            </a:r>
          </a:p>
          <a:p>
            <a:r>
              <a:rPr lang="en-US" sz="1300" dirty="0">
                <a:solidFill>
                  <a:schemeClr val="accent6">
                    <a:lumMod val="25000"/>
                  </a:schemeClr>
                </a:solidFill>
              </a:rPr>
              <a:t>SELECT CONCAT(first_name,' ',last_name) FROM Patients ORDER BY doc_Name</a:t>
            </a:r>
            <a:r>
              <a:rPr lang="en-US" sz="1300" dirty="0"/>
              <a:t>;</a:t>
            </a:r>
            <a:endParaRPr lang="en-IN" sz="1300" dirty="0">
              <a:solidFill>
                <a:schemeClr val="accent6">
                  <a:lumMod val="25000"/>
                </a:schemeClr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898AF5A-C46F-6D93-AE40-2FF25B53F6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08439"/>
            <a:ext cx="9143999" cy="3449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29825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ircle/>
      </p:transition>
    </mc:Choice>
    <mc:Fallback>
      <p:transition spd="slow">
        <p:circl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A9A9F-FAB2-B01B-0757-80372F4A2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B4B60-DAAF-BEFE-D0E8-F5B8C3E54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2524" y="146220"/>
            <a:ext cx="4122596" cy="332399"/>
          </a:xfrm>
        </p:spPr>
        <p:txBody>
          <a:bodyPr/>
          <a:lstStyle/>
          <a:p>
            <a:pPr algn="ctr"/>
            <a:r>
              <a:rPr lang="en-IN" sz="2400" dirty="0">
                <a:solidFill>
                  <a:srgbClr val="FF0000"/>
                </a:solidFill>
              </a:rPr>
              <a:t>Self Join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5BD450-5EAE-740B-5D53-7C31B85370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2237" y="906635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0B50AC9-FC58-2F95-E113-B32C23755D5E}"/>
              </a:ext>
            </a:extLst>
          </p:cNvPr>
          <p:cNvSpPr txBox="1"/>
          <p:nvPr/>
        </p:nvSpPr>
        <p:spPr>
          <a:xfrm>
            <a:off x="297180" y="762000"/>
            <a:ext cx="8343900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/>
              <a:t> </a:t>
            </a:r>
            <a:r>
              <a:rPr lang="en-US" dirty="0">
                <a:solidFill>
                  <a:srgbClr val="FF0000"/>
                </a:solidFill>
              </a:rPr>
              <a:t>Patients with the same blood group </a:t>
            </a:r>
          </a:p>
          <a:p>
            <a:r>
              <a:rPr lang="en-IN" dirty="0"/>
              <a:t>SYNTAX :</a:t>
            </a:r>
            <a:r>
              <a:rPr lang="en-US" sz="1300" dirty="0"/>
              <a:t> </a:t>
            </a:r>
            <a:r>
              <a:rPr lang="en-US" sz="1300" dirty="0">
                <a:solidFill>
                  <a:schemeClr val="accent6">
                    <a:lumMod val="25000"/>
                  </a:schemeClr>
                </a:solidFill>
              </a:rPr>
              <a:t>SELECT p1.first_name AS Patient1, p2.first_name AS Patient2, p1.blood_group FROM Patients p1, Patients p2</a:t>
            </a:r>
          </a:p>
          <a:p>
            <a:r>
              <a:rPr lang="en-US" sz="1300" dirty="0">
                <a:solidFill>
                  <a:schemeClr val="accent6">
                    <a:lumMod val="25000"/>
                  </a:schemeClr>
                </a:solidFill>
              </a:rPr>
              <a:t>WHERE p1.blood_group = p2.blood_group AND p1.patient_id &lt; p2.patient_id;</a:t>
            </a:r>
            <a:endParaRPr lang="en-IN" sz="1300" dirty="0">
              <a:solidFill>
                <a:schemeClr val="accent6">
                  <a:lumMod val="2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BD1F84-9CA4-5855-03C0-4B46453FF1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08440"/>
            <a:ext cx="9144000" cy="3335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05944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ircle/>
      </p:transition>
    </mc:Choice>
    <mc:Fallback>
      <p:transition spd="slow">
        <p:circl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6C091-64B9-8F92-E716-783F290426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38858-CD93-F7BB-E8F7-FDAE7CAEC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1354812"/>
            <a:ext cx="6659880" cy="1107996"/>
          </a:xfrm>
        </p:spPr>
        <p:txBody>
          <a:bodyPr/>
          <a:lstStyle/>
          <a:p>
            <a:pPr algn="ctr"/>
            <a:r>
              <a:rPr lang="en-IN" sz="8000" b="1" i="1" u="sng" dirty="0">
                <a:solidFill>
                  <a:srgbClr val="FF0000"/>
                </a:solidFill>
              </a:rPr>
              <a:t>VIEWS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D84B59-08F1-C2C1-5662-A2CC1C6B2A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2237" y="906635"/>
            <a:ext cx="0" cy="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4207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ircle/>
      </p:transition>
    </mc:Choice>
    <mc:Fallback>
      <p:transition spd="slow">
        <p:circl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C9CE95-DDBE-2D7F-28A2-0CEF5DF16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AC7BF-A3D8-825B-8E07-462FF73F8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2524" y="146220"/>
            <a:ext cx="4122596" cy="332399"/>
          </a:xfrm>
        </p:spPr>
        <p:txBody>
          <a:bodyPr/>
          <a:lstStyle/>
          <a:p>
            <a:pPr algn="ctr"/>
            <a:r>
              <a:rPr lang="en-IN" sz="2400" dirty="0">
                <a:solidFill>
                  <a:srgbClr val="FF0000"/>
                </a:solidFill>
              </a:rPr>
              <a:t>VIEWS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12AF2D-31BC-D3DC-299C-F788E55037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2237" y="906635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106056A-6370-44AA-98BA-4F8D3FA6D14E}"/>
              </a:ext>
            </a:extLst>
          </p:cNvPr>
          <p:cNvSpPr txBox="1"/>
          <p:nvPr/>
        </p:nvSpPr>
        <p:spPr>
          <a:xfrm>
            <a:off x="297180" y="762000"/>
            <a:ext cx="8343900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/>
              <a:t> </a:t>
            </a:r>
            <a:r>
              <a:rPr lang="en-US" dirty="0">
                <a:solidFill>
                  <a:srgbClr val="FF0000"/>
                </a:solidFill>
              </a:rPr>
              <a:t>Patient Billing View </a:t>
            </a:r>
          </a:p>
          <a:p>
            <a:r>
              <a:rPr lang="en-IN" dirty="0"/>
              <a:t>SYNTAX :</a:t>
            </a:r>
            <a:r>
              <a:rPr lang="en-US" sz="1300" dirty="0"/>
              <a:t> </a:t>
            </a:r>
            <a:r>
              <a:rPr lang="en-US" sz="1300" dirty="0">
                <a:solidFill>
                  <a:schemeClr val="accent6">
                    <a:lumMod val="25000"/>
                  </a:schemeClr>
                </a:solidFill>
              </a:rPr>
              <a:t>CREATE VIEW Patient_Billing_View AS </a:t>
            </a:r>
          </a:p>
          <a:p>
            <a:r>
              <a:rPr lang="en-US" sz="1300" dirty="0">
                <a:solidFill>
                  <a:schemeClr val="accent6">
                    <a:lumMod val="25000"/>
                  </a:schemeClr>
                </a:solidFill>
              </a:rPr>
              <a:t>SELECT p.patient_id, CONCAT(p.first_name,’  ',p.last_name) AS patient_name, b.total_amount, b.payment_status, b.payment_method FROM Patients p </a:t>
            </a:r>
          </a:p>
          <a:p>
            <a:r>
              <a:rPr lang="en-US" sz="1300" dirty="0">
                <a:solidFill>
                  <a:schemeClr val="accent6">
                    <a:lumMod val="25000"/>
                  </a:schemeClr>
                </a:solidFill>
              </a:rPr>
              <a:t>JOIN Billing b ON p.patient_id = b.patient_id;</a:t>
            </a:r>
            <a:endParaRPr lang="en-IN" sz="1300" dirty="0">
              <a:solidFill>
                <a:schemeClr val="accent6">
                  <a:lumMod val="2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6158A1-D7CF-A7C2-5F9F-EE6160B15E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08494"/>
            <a:ext cx="9143999" cy="3135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8620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ircle/>
      </p:transition>
    </mc:Choice>
    <mc:Fallback>
      <p:transition spd="slow">
        <p:circl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01F37E-7664-0439-4152-91CAB8A54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C88E9-447F-EAF2-883D-DDBFFECDF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2524" y="146220"/>
            <a:ext cx="4122596" cy="332399"/>
          </a:xfrm>
        </p:spPr>
        <p:txBody>
          <a:bodyPr/>
          <a:lstStyle/>
          <a:p>
            <a:pPr algn="ctr"/>
            <a:r>
              <a:rPr lang="en-IN" sz="2400" dirty="0">
                <a:solidFill>
                  <a:srgbClr val="FF0000"/>
                </a:solidFill>
              </a:rPr>
              <a:t>VIEWS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ACBAC5-42EA-5B8D-C7D1-FD2EB63C32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2237" y="906635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36D26E8-E69C-2E99-9EAF-89EF283E04C1}"/>
              </a:ext>
            </a:extLst>
          </p:cNvPr>
          <p:cNvSpPr txBox="1"/>
          <p:nvPr/>
        </p:nvSpPr>
        <p:spPr>
          <a:xfrm>
            <a:off x="297180" y="762000"/>
            <a:ext cx="8343900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/>
              <a:t> </a:t>
            </a:r>
            <a:r>
              <a:rPr lang="en-US" dirty="0">
                <a:solidFill>
                  <a:srgbClr val="FF0000"/>
                </a:solidFill>
              </a:rPr>
              <a:t>Emergency Admissions View</a:t>
            </a:r>
          </a:p>
          <a:p>
            <a:r>
              <a:rPr lang="en-IN" dirty="0"/>
              <a:t>SYNTAX :</a:t>
            </a:r>
            <a:r>
              <a:rPr lang="en-US" sz="1300" dirty="0"/>
              <a:t> </a:t>
            </a:r>
            <a:r>
              <a:rPr lang="en-US" sz="1300" dirty="0">
                <a:solidFill>
                  <a:schemeClr val="accent6">
                    <a:lumMod val="25000"/>
                  </a:schemeClr>
                </a:solidFill>
              </a:rPr>
              <a:t>CREATE VIEW Emergency_Admissions AS</a:t>
            </a:r>
          </a:p>
          <a:p>
            <a:r>
              <a:rPr lang="en-US" sz="1300" dirty="0">
                <a:solidFill>
                  <a:schemeClr val="accent6">
                    <a:lumMod val="25000"/>
                  </a:schemeClr>
                </a:solidFill>
              </a:rPr>
              <a:t>SELECT patient_id, doctor_id, admission_type, admission_status FROM Admissions WHERE admission_type='Emergency';</a:t>
            </a:r>
            <a:endParaRPr lang="en-IN" sz="1300" dirty="0">
              <a:solidFill>
                <a:schemeClr val="accent6">
                  <a:lumMod val="25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8552728-EB8E-C302-6EAD-4350AFB5A6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67840"/>
            <a:ext cx="9143999" cy="3375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53911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ircle/>
      </p:transition>
    </mc:Choice>
    <mc:Fallback>
      <p:transition spd="slow">
        <p:circl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A65B5-6BD1-E1F1-E7BD-60982493C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0C15C-00A0-57DF-72FA-107FC6D27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2524" y="146220"/>
            <a:ext cx="4122596" cy="332399"/>
          </a:xfrm>
        </p:spPr>
        <p:txBody>
          <a:bodyPr/>
          <a:lstStyle/>
          <a:p>
            <a:pPr algn="ctr"/>
            <a:r>
              <a:rPr lang="en-IN" sz="2400" dirty="0">
                <a:solidFill>
                  <a:srgbClr val="FF0000"/>
                </a:solidFill>
              </a:rPr>
              <a:t>VIEWS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2508F4-A8B4-F3D1-B0A1-C5D1E58766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2237" y="906635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3DE5579-2F05-5727-44DB-E0505CFFF32B}"/>
              </a:ext>
            </a:extLst>
          </p:cNvPr>
          <p:cNvSpPr txBox="1"/>
          <p:nvPr/>
        </p:nvSpPr>
        <p:spPr>
          <a:xfrm>
            <a:off x="297180" y="762000"/>
            <a:ext cx="8343900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/>
              <a:t> </a:t>
            </a:r>
            <a:r>
              <a:rPr lang="en-US" dirty="0">
                <a:solidFill>
                  <a:srgbClr val="FF0000"/>
                </a:solidFill>
              </a:rPr>
              <a:t>High Cost Treatments View </a:t>
            </a:r>
          </a:p>
          <a:p>
            <a:r>
              <a:rPr lang="en-IN" dirty="0"/>
              <a:t>SYNTAX :</a:t>
            </a:r>
            <a:r>
              <a:rPr lang="en-US" sz="1300" dirty="0"/>
              <a:t> </a:t>
            </a:r>
            <a:r>
              <a:rPr lang="en-US" sz="1300" dirty="0">
                <a:solidFill>
                  <a:schemeClr val="accent6">
                    <a:lumMod val="25000"/>
                  </a:schemeClr>
                </a:solidFill>
              </a:rPr>
              <a:t>CREATE VIEW High_Cost_Treatments AS</a:t>
            </a:r>
          </a:p>
          <a:p>
            <a:r>
              <a:rPr lang="en-US" sz="1300" dirty="0">
                <a:solidFill>
                  <a:schemeClr val="accent6">
                    <a:lumMod val="25000"/>
                  </a:schemeClr>
                </a:solidFill>
              </a:rPr>
              <a:t>SELECT Patient_id, doctor_id,  treatment_cost, treatment_date FROM Treatments WHERE treatment_cost &gt; 60000;</a:t>
            </a:r>
            <a:endParaRPr lang="en-IN" sz="1300" dirty="0">
              <a:solidFill>
                <a:schemeClr val="accent6">
                  <a:lumMod val="25000"/>
                </a:schemeClr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14DEA1E-F56A-BCE8-870D-2ADB08CD18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1808441"/>
            <a:ext cx="9144000" cy="3335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7206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ircle/>
      </p:transition>
    </mc:Choice>
    <mc:Fallback>
      <p:transition spd="slow">
        <p:circl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A26C3-3772-C172-A696-ECBAEB4C6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5B4C3-1CD3-7AE1-1468-C2FE8B683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2524" y="146220"/>
            <a:ext cx="4122596" cy="332399"/>
          </a:xfrm>
        </p:spPr>
        <p:txBody>
          <a:bodyPr/>
          <a:lstStyle/>
          <a:p>
            <a:pPr algn="ctr"/>
            <a:r>
              <a:rPr lang="en-IN" sz="2400" dirty="0">
                <a:solidFill>
                  <a:srgbClr val="FF0000"/>
                </a:solidFill>
              </a:rPr>
              <a:t>VIEWS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4E79D2-312D-FF94-39CD-0F0A8E1654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2237" y="906635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2FCCA1D-F2C1-F386-EB72-FB17B79FABAF}"/>
              </a:ext>
            </a:extLst>
          </p:cNvPr>
          <p:cNvSpPr txBox="1"/>
          <p:nvPr/>
        </p:nvSpPr>
        <p:spPr>
          <a:xfrm>
            <a:off x="297180" y="762000"/>
            <a:ext cx="8343900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/>
              <a:t> </a:t>
            </a:r>
            <a:r>
              <a:rPr lang="en-US" dirty="0">
                <a:solidFill>
                  <a:srgbClr val="FF0000"/>
                </a:solidFill>
              </a:rPr>
              <a:t>Paid Bills View</a:t>
            </a:r>
          </a:p>
          <a:p>
            <a:r>
              <a:rPr lang="en-IN" dirty="0"/>
              <a:t>SYNTAX :</a:t>
            </a:r>
            <a:r>
              <a:rPr lang="en-US" sz="1300" dirty="0"/>
              <a:t> </a:t>
            </a:r>
            <a:r>
              <a:rPr lang="en-US" sz="1300" dirty="0">
                <a:solidFill>
                  <a:schemeClr val="accent6">
                    <a:lumMod val="25000"/>
                  </a:schemeClr>
                </a:solidFill>
              </a:rPr>
              <a:t>CREATE VIEW Paid_Bills AS</a:t>
            </a:r>
          </a:p>
          <a:p>
            <a:r>
              <a:rPr lang="en-US" sz="1300" dirty="0">
                <a:solidFill>
                  <a:schemeClr val="accent6">
                    <a:lumMod val="25000"/>
                  </a:schemeClr>
                </a:solidFill>
              </a:rPr>
              <a:t>SELECT patient_id, total_amount, payment_status, payment_method FROM Billing WHERE payment_status='Paid';</a:t>
            </a:r>
            <a:endParaRPr lang="en-IN" sz="1300" dirty="0">
              <a:solidFill>
                <a:schemeClr val="accent6">
                  <a:lumMod val="2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8C7CC9-DB90-94AD-3813-ED7A79EF47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1808439"/>
            <a:ext cx="9144000" cy="3335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21460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ircle/>
      </p:transition>
    </mc:Choice>
    <mc:Fallback>
      <p:transition spd="slow">
        <p:circl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8ACA0-4B9E-37B9-FAE9-424607E014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AEA3C-4DD0-0614-CB97-CF2B054AC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2524" y="146220"/>
            <a:ext cx="4122596" cy="332399"/>
          </a:xfrm>
        </p:spPr>
        <p:txBody>
          <a:bodyPr/>
          <a:lstStyle/>
          <a:p>
            <a:pPr algn="ctr"/>
            <a:r>
              <a:rPr lang="en-IN" sz="2400" dirty="0">
                <a:solidFill>
                  <a:srgbClr val="FF0000"/>
                </a:solidFill>
              </a:rPr>
              <a:t>VIEWS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002009-F6F7-BE9C-456D-2C5AEAACB7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2237" y="906635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526D3CA-67D4-0011-DE36-622580EF9B5F}"/>
              </a:ext>
            </a:extLst>
          </p:cNvPr>
          <p:cNvSpPr txBox="1"/>
          <p:nvPr/>
        </p:nvSpPr>
        <p:spPr>
          <a:xfrm>
            <a:off x="297180" y="762000"/>
            <a:ext cx="8343900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/>
              <a:t> </a:t>
            </a:r>
            <a:r>
              <a:rPr lang="en-US" dirty="0">
                <a:solidFill>
                  <a:srgbClr val="FF0000"/>
                </a:solidFill>
              </a:rPr>
              <a:t>Total Hospital Billing Summary</a:t>
            </a:r>
          </a:p>
          <a:p>
            <a:r>
              <a:rPr lang="en-IN" dirty="0"/>
              <a:t>SYNTAX :</a:t>
            </a:r>
            <a:r>
              <a:rPr lang="en-US" sz="1300" dirty="0"/>
              <a:t> </a:t>
            </a:r>
            <a:r>
              <a:rPr lang="en-US" sz="1300" dirty="0">
                <a:solidFill>
                  <a:schemeClr val="accent6">
                    <a:lumMod val="25000"/>
                  </a:schemeClr>
                </a:solidFill>
              </a:rPr>
              <a:t>CREATE VIEW Hospital_Billing_Summary AS</a:t>
            </a:r>
          </a:p>
          <a:p>
            <a:r>
              <a:rPr lang="en-US" sz="1300" dirty="0">
                <a:solidFill>
                  <a:schemeClr val="accent6">
                    <a:lumMod val="25000"/>
                  </a:schemeClr>
                </a:solidFill>
              </a:rPr>
              <a:t>SELECT COUNT(*) AS Total_Bills, SUM(total_amount) AS Total_Revenue, AVG(total_amount) AS Average_Bill FROM Billing;</a:t>
            </a:r>
            <a:endParaRPr lang="en-IN" sz="1300" dirty="0">
              <a:solidFill>
                <a:schemeClr val="accent6">
                  <a:lumMod val="25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DE59C77-D5BD-56A4-7F36-F057CEE874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63028"/>
            <a:ext cx="9144000" cy="3280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6158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ircle/>
      </p:transition>
    </mc:Choice>
    <mc:Fallback>
      <p:transition spd="slow">
        <p:circl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FB747-AF44-1952-90D8-005E8C9F2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23708-84F4-446F-39A9-2A7323F79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0480" y="938720"/>
            <a:ext cx="5181600" cy="2534540"/>
          </a:xfrm>
        </p:spPr>
        <p:txBody>
          <a:bodyPr/>
          <a:lstStyle/>
          <a:p>
            <a:r>
              <a:rPr lang="en-IN" sz="3600" b="1" i="1" u="sng" dirty="0">
                <a:solidFill>
                  <a:srgbClr val="FF0000"/>
                </a:solidFill>
              </a:rPr>
              <a:t>Prepared By :</a:t>
            </a:r>
            <a:br>
              <a:rPr lang="en-IN" sz="3600" b="1" i="1" u="sng" dirty="0">
                <a:solidFill>
                  <a:srgbClr val="FF0000"/>
                </a:solidFill>
              </a:rPr>
            </a:br>
            <a:br>
              <a:rPr lang="en-IN" sz="3600" b="1" i="1" u="sng" dirty="0">
                <a:solidFill>
                  <a:srgbClr val="FF0000"/>
                </a:solidFill>
              </a:rPr>
            </a:br>
            <a:r>
              <a:rPr lang="en-IN" sz="3600" b="1" i="1" u="sng" dirty="0">
                <a:solidFill>
                  <a:srgbClr val="FF0000"/>
                </a:solidFill>
              </a:rPr>
              <a:t> </a:t>
            </a:r>
            <a:br>
              <a:rPr lang="en-IN" sz="3600" b="1" i="1" u="sng" dirty="0">
                <a:solidFill>
                  <a:srgbClr val="FF0000"/>
                </a:solidFill>
              </a:rPr>
            </a:br>
            <a:r>
              <a:rPr lang="en-IN" sz="2500" b="1" dirty="0">
                <a:solidFill>
                  <a:srgbClr val="FF0000"/>
                </a:solidFill>
              </a:rPr>
              <a:t>Sanket Ratilal Shirsath</a:t>
            </a:r>
            <a:br>
              <a:rPr lang="en-IN" sz="2500" b="1" dirty="0">
                <a:solidFill>
                  <a:srgbClr val="FF0000"/>
                </a:solidFill>
              </a:rPr>
            </a:br>
            <a:r>
              <a:rPr lang="en-IN" sz="2500" b="1" dirty="0">
                <a:solidFill>
                  <a:srgbClr val="FF0000"/>
                </a:solidFill>
              </a:rPr>
              <a:t>IT Vedant </a:t>
            </a:r>
            <a:br>
              <a:rPr lang="en-IN" sz="2500" b="1" dirty="0">
                <a:solidFill>
                  <a:srgbClr val="FF0000"/>
                </a:solidFill>
              </a:rPr>
            </a:br>
            <a:r>
              <a:rPr lang="en-IN" sz="2500" b="1" dirty="0">
                <a:solidFill>
                  <a:srgbClr val="FF0000"/>
                </a:solidFill>
              </a:rPr>
              <a:t>T380/DSA/11AM-1PM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BDFBB5-FD9D-189F-4E88-1E1A24A11A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2237" y="906635"/>
            <a:ext cx="0" cy="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397E414-FF5D-E09D-938B-CCAE99C295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71856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21073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ircle/>
      </p:transition>
    </mc:Choice>
    <mc:Fallback>
      <p:transition spd="slow">
        <p:circl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051330-6197-3EC4-96BF-223B6F392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B8C41-782B-466F-F1BE-5E530C45A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1354812"/>
            <a:ext cx="6659880" cy="1107996"/>
          </a:xfrm>
        </p:spPr>
        <p:txBody>
          <a:bodyPr/>
          <a:lstStyle/>
          <a:p>
            <a:pPr algn="ctr"/>
            <a:r>
              <a:rPr lang="en-IN" sz="8000" b="1" i="1" u="sng" dirty="0">
                <a:solidFill>
                  <a:srgbClr val="FF0000"/>
                </a:solidFill>
              </a:rPr>
              <a:t>Thank You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D970DB-514B-E4D5-CD77-2E49C9FC2A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2237" y="906635"/>
            <a:ext cx="0" cy="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1546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ircle/>
      </p:transition>
    </mc:Choice>
    <mc:Fallback>
      <p:transition spd="slow">
        <p:circle/>
      </p:transition>
    </mc:Fallback>
  </mc:AlternateContent>
</p:sld>
</file>

<file path=ppt/theme/theme1.xml><?xml version="1.0" encoding="utf-8"?>
<a:theme xmlns:a="http://schemas.openxmlformats.org/drawingml/2006/main" name="Medical Collaboration Research by Slidesgo">
  <a:themeElements>
    <a:clrScheme name="Simple Light">
      <a:dk1>
        <a:srgbClr val="041834"/>
      </a:dk1>
      <a:lt1>
        <a:srgbClr val="E3F4FA"/>
      </a:lt1>
      <a:dk2>
        <a:srgbClr val="00648F"/>
      </a:dk2>
      <a:lt2>
        <a:srgbClr val="B6E3F1"/>
      </a:lt2>
      <a:accent1>
        <a:srgbClr val="6BC1D1"/>
      </a:accent1>
      <a:accent2>
        <a:srgbClr val="0596A2"/>
      </a:accent2>
      <a:accent3>
        <a:srgbClr val="F69380"/>
      </a:accent3>
      <a:accent4>
        <a:srgbClr val="E2583E"/>
      </a:accent4>
      <a:accent5>
        <a:srgbClr val="D6B6C8"/>
      </a:accent5>
      <a:accent6>
        <a:srgbClr val="FCFBF7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edical Collaboration Research by Slidesgo">
  <a:themeElements>
    <a:clrScheme name="Simple Light">
      <a:dk1>
        <a:srgbClr val="041834"/>
      </a:dk1>
      <a:lt1>
        <a:srgbClr val="E3F4FA"/>
      </a:lt1>
      <a:dk2>
        <a:srgbClr val="00648F"/>
      </a:dk2>
      <a:lt2>
        <a:srgbClr val="B6E3F1"/>
      </a:lt2>
      <a:accent1>
        <a:srgbClr val="6BC1D1"/>
      </a:accent1>
      <a:accent2>
        <a:srgbClr val="0596A2"/>
      </a:accent2>
      <a:accent3>
        <a:srgbClr val="F69380"/>
      </a:accent3>
      <a:accent4>
        <a:srgbClr val="E2583E"/>
      </a:accent4>
      <a:accent5>
        <a:srgbClr val="D6B6C8"/>
      </a:accent5>
      <a:accent6>
        <a:srgbClr val="FCFBF7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1920</TotalTime>
  <Words>1205</Words>
  <Application>Microsoft Office PowerPoint</Application>
  <PresentationFormat>On-screen Show (16:9)</PresentationFormat>
  <Paragraphs>105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39</vt:i4>
      </vt:variant>
    </vt:vector>
  </HeadingPairs>
  <TitlesOfParts>
    <vt:vector size="47" baseType="lpstr">
      <vt:lpstr>Arial</vt:lpstr>
      <vt:lpstr>Open Sans</vt:lpstr>
      <vt:lpstr>OpenSymbol</vt:lpstr>
      <vt:lpstr>Raleway Black</vt:lpstr>
      <vt:lpstr>Symbol</vt:lpstr>
      <vt:lpstr>Wingdings</vt:lpstr>
      <vt:lpstr>Medical Collaboration Research by Slidesgo</vt:lpstr>
      <vt:lpstr>Medical Collaboration Research by Slidesgo</vt:lpstr>
      <vt:lpstr>PowerPoint Presentation</vt:lpstr>
      <vt:lpstr>PowerPoint Presentation</vt:lpstr>
      <vt:lpstr>ERR Diagram</vt:lpstr>
      <vt:lpstr>TABLES STRUTURE</vt:lpstr>
      <vt:lpstr>Structure of Department Table</vt:lpstr>
      <vt:lpstr>Structure of Patient Table</vt:lpstr>
      <vt:lpstr>Structure of Doctor Table</vt:lpstr>
      <vt:lpstr>Structure of Appointment Table</vt:lpstr>
      <vt:lpstr>Structure of Admission Table</vt:lpstr>
      <vt:lpstr>Structure of Treatment Table</vt:lpstr>
      <vt:lpstr>Structure of Billing Table</vt:lpstr>
      <vt:lpstr>TABLES CONTENT</vt:lpstr>
      <vt:lpstr>Content of Department Table</vt:lpstr>
      <vt:lpstr>Content of Patient Table</vt:lpstr>
      <vt:lpstr>Content of Doctor Table</vt:lpstr>
      <vt:lpstr>Content of Appointment Table</vt:lpstr>
      <vt:lpstr>Content of Admission Table</vt:lpstr>
      <vt:lpstr>Content of Treatment Table</vt:lpstr>
      <vt:lpstr>Content of Billing Table</vt:lpstr>
      <vt:lpstr>SUBQUIRES</vt:lpstr>
      <vt:lpstr>Single-Row Subquery</vt:lpstr>
      <vt:lpstr>Single-Row Subquery</vt:lpstr>
      <vt:lpstr>Multi-Row Subquery</vt:lpstr>
      <vt:lpstr>Multi-Row Subquery</vt:lpstr>
      <vt:lpstr>Correlated Subquery</vt:lpstr>
      <vt:lpstr>JOINS</vt:lpstr>
      <vt:lpstr>Inner Join</vt:lpstr>
      <vt:lpstr>Left Join</vt:lpstr>
      <vt:lpstr>Right Join</vt:lpstr>
      <vt:lpstr>Union Join</vt:lpstr>
      <vt:lpstr>Self Join</vt:lpstr>
      <vt:lpstr>VIEWS</vt:lpstr>
      <vt:lpstr>VIEWS</vt:lpstr>
      <vt:lpstr>VIEWS</vt:lpstr>
      <vt:lpstr>VIEWS</vt:lpstr>
      <vt:lpstr>VIEWS</vt:lpstr>
      <vt:lpstr>VIEWS</vt:lpstr>
      <vt:lpstr>Prepared By :    Sanket Ratilal Shirsath IT Vedant  T380/DSA/11AM-1PM</vt:lpstr>
      <vt:lpstr>Thank You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Amrapali</dc:creator>
  <cp:lastModifiedBy>Amrapali</cp:lastModifiedBy>
  <cp:revision>27</cp:revision>
  <dcterms:modified xsi:type="dcterms:W3CDTF">2026-08-06T15:48:24Z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2026-08-03T21:29:22Z</dcterms:created>
  <dc:creator>Slidesgo AI</dc:creator>
  <dc:description/>
  <dc:language>en-US</dc:language>
  <cp:lastModifiedBy>Unknown Creator</cp:lastModifiedBy>
  <dcterms:modified xsi:type="dcterms:W3CDTF">2026-08-03T21:29:22Z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9</vt:r8>
  </property>
  <property fmtid="{D5CDD505-2E9C-101B-9397-08002B2CF9AE}" pid="3" name="SlidesgoGeneratedBy">
    <vt:lpwstr>slidesgo-ai</vt:lpwstr>
  </property>
  <property fmtid="{D5CDD505-2E9C-101B-9397-08002B2CF9AE}" pid="4" name="SlidesgoPresentationUuid">
    <vt:lpwstr>a26ab838-96a4-457e-95f2-fb642d46ca3a</vt:lpwstr>
  </property>
</Properties>
</file>